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6.xml" ContentType="application/vnd.openxmlformats-officedocument.presentationml.tags+xml"/>
  <Override PartName="/ppt/tags/tag7.xml" ContentType="application/vnd.openxmlformats-officedocument.presentationml.tag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ags/tag8.xml" ContentType="application/vnd.openxmlformats-officedocument.presentationml.tags+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ags/tag9.xml" ContentType="application/vnd.openxmlformats-officedocument.presentationml.tags+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ags/tag10.xml" ContentType="application/vnd.openxmlformats-officedocument.presentationml.tags+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ags/tag11.xml" ContentType="application/vnd.openxmlformats-officedocument.presentationml.tags+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1.xml" ContentType="application/vnd.openxmlformats-officedocument.themeOverride+xml"/>
  <Override PartName="/ppt/tags/tag12.xml" ContentType="application/vnd.openxmlformats-officedocument.presentationml.tags+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tags/tag13.xml" ContentType="application/vnd.openxmlformats-officedocument.presentationml.tags+xml"/>
  <Override PartName="/ppt/tags/tag14.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64" r:id="rId4"/>
    <p:sldId id="260" r:id="rId5"/>
    <p:sldId id="265" r:id="rId6"/>
    <p:sldId id="266" r:id="rId7"/>
    <p:sldId id="267" r:id="rId8"/>
    <p:sldId id="268" r:id="rId9"/>
    <p:sldId id="269" r:id="rId10"/>
    <p:sldId id="270" r:id="rId11"/>
    <p:sldId id="271" r:id="rId12"/>
    <p:sldId id="272" r:id="rId13"/>
    <p:sldId id="273" r:id="rId14"/>
    <p:sldId id="275" r:id="rId15"/>
    <p:sldId id="274" r:id="rId16"/>
    <p:sldId id="276" r:id="rId17"/>
    <p:sldId id="278"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499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044EFA-4E91-4E21-A6E7-A48360C09AE3}" v="93" dt="2025-12-20T13:14:17.78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1" d="100"/>
          <a:sy n="91" d="100"/>
        </p:scale>
        <p:origin x="37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ndhu Thoram" userId="4d8bf30ff4e2207f" providerId="LiveId" clId="{0AD0D800-0344-4F70-A669-3A08E2927649}"/>
    <pc:docChg chg="undo redo custSel addSld delSld modSld modShowInfo">
      <pc:chgData name="Sindhu Thoram" userId="4d8bf30ff4e2207f" providerId="LiveId" clId="{0AD0D800-0344-4F70-A669-3A08E2927649}" dt="2025-12-21T05:30:23.408" v="2525" actId="1076"/>
      <pc:docMkLst>
        <pc:docMk/>
      </pc:docMkLst>
      <pc:sldChg chg="addSp delSp modSp mod modTransition modAnim">
        <pc:chgData name="Sindhu Thoram" userId="4d8bf30ff4e2207f" providerId="LiveId" clId="{0AD0D800-0344-4F70-A669-3A08E2927649}" dt="2025-12-20T13:14:17.783" v="2524"/>
        <pc:sldMkLst>
          <pc:docMk/>
          <pc:sldMk cId="2090038381" sldId="256"/>
        </pc:sldMkLst>
        <pc:spChg chg="mod">
          <ac:chgData name="Sindhu Thoram" userId="4d8bf30ff4e2207f" providerId="LiveId" clId="{0AD0D800-0344-4F70-A669-3A08E2927649}" dt="2025-12-20T11:48:19.360" v="2250" actId="20577"/>
          <ac:spMkLst>
            <pc:docMk/>
            <pc:sldMk cId="2090038381" sldId="256"/>
            <ac:spMk id="3" creationId="{3D902C85-56F6-0181-D2FC-0BCF5B4A9932}"/>
          </ac:spMkLst>
        </pc:spChg>
        <pc:spChg chg="add del">
          <ac:chgData name="Sindhu Thoram" userId="4d8bf30ff4e2207f" providerId="LiveId" clId="{0AD0D800-0344-4F70-A669-3A08E2927649}" dt="2025-12-20T11:45:12.502" v="2161" actId="11529"/>
          <ac:spMkLst>
            <pc:docMk/>
            <pc:sldMk cId="2090038381" sldId="256"/>
            <ac:spMk id="4" creationId="{93048DD7-D501-A1D9-A62B-03F5E025078E}"/>
          </ac:spMkLst>
        </pc:spChg>
        <pc:spChg chg="add del mod">
          <ac:chgData name="Sindhu Thoram" userId="4d8bf30ff4e2207f" providerId="LiveId" clId="{0AD0D800-0344-4F70-A669-3A08E2927649}" dt="2025-12-20T11:50:29.513" v="2268" actId="255"/>
          <ac:spMkLst>
            <pc:docMk/>
            <pc:sldMk cId="2090038381" sldId="256"/>
            <ac:spMk id="5" creationId="{7B79057F-8B23-5A14-898B-17F8A923E7C7}"/>
          </ac:spMkLst>
        </pc:spChg>
        <pc:spChg chg="add del">
          <ac:chgData name="Sindhu Thoram" userId="4d8bf30ff4e2207f" providerId="LiveId" clId="{0AD0D800-0344-4F70-A669-3A08E2927649}" dt="2025-12-20T12:56:04.069" v="2517" actId="21"/>
          <ac:spMkLst>
            <pc:docMk/>
            <pc:sldMk cId="2090038381" sldId="256"/>
            <ac:spMk id="6" creationId="{31779BDD-9560-6D32-11A2-7640B5311556}"/>
          </ac:spMkLst>
        </pc:spChg>
        <pc:spChg chg="add mod">
          <ac:chgData name="Sindhu Thoram" userId="4d8bf30ff4e2207f" providerId="LiveId" clId="{0AD0D800-0344-4F70-A669-3A08E2927649}" dt="2025-12-20T12:56:28.455" v="2519" actId="1076"/>
          <ac:spMkLst>
            <pc:docMk/>
            <pc:sldMk cId="2090038381" sldId="256"/>
            <ac:spMk id="7" creationId="{CDEB1E6D-4BA3-586C-BA7B-FDBFC8338065}"/>
          </ac:spMkLst>
        </pc:spChg>
        <pc:spChg chg="add mod">
          <ac:chgData name="Sindhu Thoram" userId="4d8bf30ff4e2207f" providerId="LiveId" clId="{0AD0D800-0344-4F70-A669-3A08E2927649}" dt="2025-12-20T11:52:45.922" v="2277" actId="113"/>
          <ac:spMkLst>
            <pc:docMk/>
            <pc:sldMk cId="2090038381" sldId="256"/>
            <ac:spMk id="8" creationId="{264B39D8-FB66-717D-AA7F-94241EF917BB}"/>
          </ac:spMkLst>
        </pc:spChg>
        <pc:spChg chg="add mod">
          <ac:chgData name="Sindhu Thoram" userId="4d8bf30ff4e2207f" providerId="LiveId" clId="{0AD0D800-0344-4F70-A669-3A08E2927649}" dt="2025-12-20T12:45:46.381" v="2468" actId="207"/>
          <ac:spMkLst>
            <pc:docMk/>
            <pc:sldMk cId="2090038381" sldId="256"/>
            <ac:spMk id="9" creationId="{2A652948-3FFF-E8CD-2758-38D56581C94C}"/>
          </ac:spMkLst>
        </pc:spChg>
        <pc:spChg chg="add mod">
          <ac:chgData name="Sindhu Thoram" userId="4d8bf30ff4e2207f" providerId="LiveId" clId="{0AD0D800-0344-4F70-A669-3A08E2927649}" dt="2025-12-20T12:48:02.082" v="2487" actId="207"/>
          <ac:spMkLst>
            <pc:docMk/>
            <pc:sldMk cId="2090038381" sldId="256"/>
            <ac:spMk id="10" creationId="{C129B6B2-357D-E37C-E5C1-E53BBB562E72}"/>
          </ac:spMkLst>
        </pc:spChg>
        <pc:spChg chg="add mod">
          <ac:chgData name="Sindhu Thoram" userId="4d8bf30ff4e2207f" providerId="LiveId" clId="{0AD0D800-0344-4F70-A669-3A08E2927649}" dt="2025-12-20T12:45:57.803" v="2470" actId="207"/>
          <ac:spMkLst>
            <pc:docMk/>
            <pc:sldMk cId="2090038381" sldId="256"/>
            <ac:spMk id="11" creationId="{E51F1E4C-A442-1C3A-3ADA-3E8A6BF9D037}"/>
          </ac:spMkLst>
        </pc:spChg>
      </pc:sldChg>
      <pc:sldChg chg="addSp delSp modSp mod modTransition modAnim">
        <pc:chgData name="Sindhu Thoram" userId="4d8bf30ff4e2207f" providerId="LiveId" clId="{0AD0D800-0344-4F70-A669-3A08E2927649}" dt="2025-12-20T13:14:17.783" v="2524"/>
        <pc:sldMkLst>
          <pc:docMk/>
          <pc:sldMk cId="3880428369" sldId="257"/>
        </pc:sldMkLst>
        <pc:picChg chg="add del mod">
          <ac:chgData name="Sindhu Thoram" userId="4d8bf30ff4e2207f" providerId="LiveId" clId="{0AD0D800-0344-4F70-A669-3A08E2927649}" dt="2025-12-20T11:58:48.355" v="2312" actId="21"/>
          <ac:picMkLst>
            <pc:docMk/>
            <pc:sldMk cId="3880428369" sldId="257"/>
            <ac:picMk id="5" creationId="{F2771880-B19B-F3BF-D080-2A2774AE988E}"/>
          </ac:picMkLst>
        </pc:picChg>
        <pc:picChg chg="add del mod">
          <ac:chgData name="Sindhu Thoram" userId="4d8bf30ff4e2207f" providerId="LiveId" clId="{0AD0D800-0344-4F70-A669-3A08E2927649}" dt="2025-12-20T11:58:35.562" v="2308" actId="21"/>
          <ac:picMkLst>
            <pc:docMk/>
            <pc:sldMk cId="3880428369" sldId="257"/>
            <ac:picMk id="6" creationId="{66E90CF7-E25D-D75D-3FD3-7B360CCCA898}"/>
          </ac:picMkLst>
        </pc:picChg>
        <pc:picChg chg="add del mod">
          <ac:chgData name="Sindhu Thoram" userId="4d8bf30ff4e2207f" providerId="LiveId" clId="{0AD0D800-0344-4F70-A669-3A08E2927649}" dt="2025-12-20T11:58:42.178" v="2310" actId="21"/>
          <ac:picMkLst>
            <pc:docMk/>
            <pc:sldMk cId="3880428369" sldId="257"/>
            <ac:picMk id="7" creationId="{046DCEBC-759E-ABD9-2898-2337408831D8}"/>
          </ac:picMkLst>
        </pc:picChg>
        <pc:picChg chg="add del mod">
          <ac:chgData name="Sindhu Thoram" userId="4d8bf30ff4e2207f" providerId="LiveId" clId="{0AD0D800-0344-4F70-A669-3A08E2927649}" dt="2025-12-20T11:58:45.181" v="2311" actId="21"/>
          <ac:picMkLst>
            <pc:docMk/>
            <pc:sldMk cId="3880428369" sldId="257"/>
            <ac:picMk id="9" creationId="{4D28858D-69B1-29C8-C6C8-70189D184A7B}"/>
          </ac:picMkLst>
        </pc:picChg>
        <pc:picChg chg="add del mod">
          <ac:chgData name="Sindhu Thoram" userId="4d8bf30ff4e2207f" providerId="LiveId" clId="{0AD0D800-0344-4F70-A669-3A08E2927649}" dt="2025-12-20T11:58:39.217" v="2309" actId="21"/>
          <ac:picMkLst>
            <pc:docMk/>
            <pc:sldMk cId="3880428369" sldId="257"/>
            <ac:picMk id="10" creationId="{E6FF4D45-3892-9663-D8F3-5AD7E65A40F6}"/>
          </ac:picMkLst>
        </pc:picChg>
      </pc:sldChg>
      <pc:sldChg chg="modSp mod modTransition modAnim">
        <pc:chgData name="Sindhu Thoram" userId="4d8bf30ff4e2207f" providerId="LiveId" clId="{0AD0D800-0344-4F70-A669-3A08E2927649}" dt="2025-12-20T13:14:17.783" v="2524"/>
        <pc:sldMkLst>
          <pc:docMk/>
          <pc:sldMk cId="3242713260" sldId="260"/>
        </pc:sldMkLst>
        <pc:spChg chg="mod">
          <ac:chgData name="Sindhu Thoram" userId="4d8bf30ff4e2207f" providerId="LiveId" clId="{0AD0D800-0344-4F70-A669-3A08E2927649}" dt="2025-12-20T11:59:50.390" v="2329" actId="20577"/>
          <ac:spMkLst>
            <pc:docMk/>
            <pc:sldMk cId="3242713260" sldId="260"/>
            <ac:spMk id="3" creationId="{DA824A36-61F3-F7F1-1F5E-015D08F05D09}"/>
          </ac:spMkLst>
        </pc:spChg>
        <pc:spChg chg="mod">
          <ac:chgData name="Sindhu Thoram" userId="4d8bf30ff4e2207f" providerId="LiveId" clId="{0AD0D800-0344-4F70-A669-3A08E2927649}" dt="2025-12-20T11:59:49.784" v="2328" actId="20577"/>
          <ac:spMkLst>
            <pc:docMk/>
            <pc:sldMk cId="3242713260" sldId="260"/>
            <ac:spMk id="4" creationId="{1F0ED292-1AB1-EBA9-A74A-7B93B3BAB755}"/>
          </ac:spMkLst>
        </pc:spChg>
      </pc:sldChg>
      <pc:sldChg chg="modSp new mod modTransition modAnim">
        <pc:chgData name="Sindhu Thoram" userId="4d8bf30ff4e2207f" providerId="LiveId" clId="{0AD0D800-0344-4F70-A669-3A08E2927649}" dt="2025-12-21T05:30:23.408" v="2525" actId="1076"/>
        <pc:sldMkLst>
          <pc:docMk/>
          <pc:sldMk cId="1760315291" sldId="264"/>
        </pc:sldMkLst>
        <pc:spChg chg="mod">
          <ac:chgData name="Sindhu Thoram" userId="4d8bf30ff4e2207f" providerId="LiveId" clId="{0AD0D800-0344-4F70-A669-3A08E2927649}" dt="2025-12-19T14:06:19.376" v="238" actId="207"/>
          <ac:spMkLst>
            <pc:docMk/>
            <pc:sldMk cId="1760315291" sldId="264"/>
            <ac:spMk id="2" creationId="{DEEBBC7B-2422-C60D-728F-B6CAEB52F368}"/>
          </ac:spMkLst>
        </pc:spChg>
        <pc:spChg chg="mod">
          <ac:chgData name="Sindhu Thoram" userId="4d8bf30ff4e2207f" providerId="LiveId" clId="{0AD0D800-0344-4F70-A669-3A08E2927649}" dt="2025-12-21T05:30:23.408" v="2525" actId="1076"/>
          <ac:spMkLst>
            <pc:docMk/>
            <pc:sldMk cId="1760315291" sldId="264"/>
            <ac:spMk id="3" creationId="{1F8300EF-04C3-4F17-43A3-A29AEFFE7B9D}"/>
          </ac:spMkLst>
        </pc:spChg>
      </pc:sldChg>
      <pc:sldChg chg="addSp delSp modSp new mod modTransition modAnim">
        <pc:chgData name="Sindhu Thoram" userId="4d8bf30ff4e2207f" providerId="LiveId" clId="{0AD0D800-0344-4F70-A669-3A08E2927649}" dt="2025-12-20T13:14:17.783" v="2524"/>
        <pc:sldMkLst>
          <pc:docMk/>
          <pc:sldMk cId="2667999508" sldId="265"/>
        </pc:sldMkLst>
        <pc:spChg chg="mod">
          <ac:chgData name="Sindhu Thoram" userId="4d8bf30ff4e2207f" providerId="LiveId" clId="{0AD0D800-0344-4F70-A669-3A08E2927649}" dt="2025-12-19T15:15:45.316" v="1583" actId="207"/>
          <ac:spMkLst>
            <pc:docMk/>
            <pc:sldMk cId="2667999508" sldId="265"/>
            <ac:spMk id="2" creationId="{A47C8D4F-25D1-FFA1-88B3-0AC15078C782}"/>
          </ac:spMkLst>
        </pc:spChg>
        <pc:spChg chg="mod">
          <ac:chgData name="Sindhu Thoram" userId="4d8bf30ff4e2207f" providerId="LiveId" clId="{0AD0D800-0344-4F70-A669-3A08E2927649}" dt="2025-12-20T12:24:42.577" v="2371" actId="207"/>
          <ac:spMkLst>
            <pc:docMk/>
            <pc:sldMk cId="2667999508" sldId="265"/>
            <ac:spMk id="3" creationId="{8CA0CE4D-7004-D79D-FFC9-4E03318388B9}"/>
          </ac:spMkLst>
        </pc:spChg>
        <pc:graphicFrameChg chg="add del mod">
          <ac:chgData name="Sindhu Thoram" userId="4d8bf30ff4e2207f" providerId="LiveId" clId="{0AD0D800-0344-4F70-A669-3A08E2927649}" dt="2025-12-20T12:24:58.547" v="2373" actId="21"/>
          <ac:graphicFrameMkLst>
            <pc:docMk/>
            <pc:sldMk cId="2667999508" sldId="265"/>
            <ac:graphicFrameMk id="4" creationId="{89CDA071-26FD-0B5E-EB14-EA3379883CA1}"/>
          </ac:graphicFrameMkLst>
        </pc:graphicFrameChg>
        <pc:graphicFrameChg chg="add del mod modGraphic">
          <ac:chgData name="Sindhu Thoram" userId="4d8bf30ff4e2207f" providerId="LiveId" clId="{0AD0D800-0344-4F70-A669-3A08E2927649}" dt="2025-12-20T12:24:58.082" v="2372" actId="21"/>
          <ac:graphicFrameMkLst>
            <pc:docMk/>
            <pc:sldMk cId="2667999508" sldId="265"/>
            <ac:graphicFrameMk id="5" creationId="{179010A2-0807-CD02-14D9-0AB42BB2D8DB}"/>
          </ac:graphicFrameMkLst>
        </pc:graphicFrameChg>
        <pc:picChg chg="add del mod">
          <ac:chgData name="Sindhu Thoram" userId="4d8bf30ff4e2207f" providerId="LiveId" clId="{0AD0D800-0344-4F70-A669-3A08E2927649}" dt="2025-12-20T12:24:27.266" v="2366" actId="1076"/>
          <ac:picMkLst>
            <pc:docMk/>
            <pc:sldMk cId="2667999508" sldId="265"/>
            <ac:picMk id="7" creationId="{46E59B29-3A84-407D-5449-71D2DF455E79}"/>
          </ac:picMkLst>
        </pc:picChg>
        <pc:picChg chg="add del mod">
          <ac:chgData name="Sindhu Thoram" userId="4d8bf30ff4e2207f" providerId="LiveId" clId="{0AD0D800-0344-4F70-A669-3A08E2927649}" dt="2025-12-20T12:24:27.266" v="2366" actId="1076"/>
          <ac:picMkLst>
            <pc:docMk/>
            <pc:sldMk cId="2667999508" sldId="265"/>
            <ac:picMk id="9" creationId="{64A18CED-938D-8B2E-4A76-C540C531C29A}"/>
          </ac:picMkLst>
        </pc:picChg>
        <pc:picChg chg="add del mod">
          <ac:chgData name="Sindhu Thoram" userId="4d8bf30ff4e2207f" providerId="LiveId" clId="{0AD0D800-0344-4F70-A669-3A08E2927649}" dt="2025-12-20T12:24:27.266" v="2366" actId="1076"/>
          <ac:picMkLst>
            <pc:docMk/>
            <pc:sldMk cId="2667999508" sldId="265"/>
            <ac:picMk id="11" creationId="{B5EBA0DE-BC31-5EF4-7BF1-1F7A79CB5F5D}"/>
          </ac:picMkLst>
        </pc:picChg>
      </pc:sldChg>
      <pc:sldChg chg="addSp delSp modSp new mod modTransition modAnim">
        <pc:chgData name="Sindhu Thoram" userId="4d8bf30ff4e2207f" providerId="LiveId" clId="{0AD0D800-0344-4F70-A669-3A08E2927649}" dt="2025-12-20T13:14:17.783" v="2524"/>
        <pc:sldMkLst>
          <pc:docMk/>
          <pc:sldMk cId="2775612212" sldId="266"/>
        </pc:sldMkLst>
        <pc:spChg chg="mod">
          <ac:chgData name="Sindhu Thoram" userId="4d8bf30ff4e2207f" providerId="LiveId" clId="{0AD0D800-0344-4F70-A669-3A08E2927649}" dt="2025-12-19T15:20:58.768" v="1652" actId="207"/>
          <ac:spMkLst>
            <pc:docMk/>
            <pc:sldMk cId="2775612212" sldId="266"/>
            <ac:spMk id="2" creationId="{3A47511B-120B-348B-54F1-3263F3B30BCA}"/>
          </ac:spMkLst>
        </pc:spChg>
        <pc:spChg chg="mod">
          <ac:chgData name="Sindhu Thoram" userId="4d8bf30ff4e2207f" providerId="LiveId" clId="{0AD0D800-0344-4F70-A669-3A08E2927649}" dt="2025-12-19T15:18:37.595" v="1620" actId="255"/>
          <ac:spMkLst>
            <pc:docMk/>
            <pc:sldMk cId="2775612212" sldId="266"/>
            <ac:spMk id="3" creationId="{757E2297-FC59-2F1E-3AA2-F9AE580A5C5C}"/>
          </ac:spMkLst>
        </pc:spChg>
        <pc:graphicFrameChg chg="add del mod">
          <ac:chgData name="Sindhu Thoram" userId="4d8bf30ff4e2207f" providerId="LiveId" clId="{0AD0D800-0344-4F70-A669-3A08E2927649}" dt="2025-12-20T12:03:41.556" v="2352" actId="21"/>
          <ac:graphicFrameMkLst>
            <pc:docMk/>
            <pc:sldMk cId="2775612212" sldId="266"/>
            <ac:graphicFrameMk id="4" creationId="{5D57B60B-CC76-EED6-032D-E31CAF2E3832}"/>
          </ac:graphicFrameMkLst>
        </pc:graphicFrameChg>
        <pc:graphicFrameChg chg="add del mod modGraphic">
          <ac:chgData name="Sindhu Thoram" userId="4d8bf30ff4e2207f" providerId="LiveId" clId="{0AD0D800-0344-4F70-A669-3A08E2927649}" dt="2025-12-20T12:28:08.633" v="2378" actId="21"/>
          <ac:graphicFrameMkLst>
            <pc:docMk/>
            <pc:sldMk cId="2775612212" sldId="266"/>
            <ac:graphicFrameMk id="5" creationId="{63D5F54C-D960-8809-7CD3-D7D7101B6FFD}"/>
          </ac:graphicFrameMkLst>
        </pc:graphicFrameChg>
        <pc:graphicFrameChg chg="add mod modGraphic">
          <ac:chgData name="Sindhu Thoram" userId="4d8bf30ff4e2207f" providerId="LiveId" clId="{0AD0D800-0344-4F70-A669-3A08E2927649}" dt="2025-12-20T12:31:21.286" v="2397" actId="207"/>
          <ac:graphicFrameMkLst>
            <pc:docMk/>
            <pc:sldMk cId="2775612212" sldId="266"/>
            <ac:graphicFrameMk id="6" creationId="{B55261B4-2B45-1AA5-AA04-100366283F3B}"/>
          </ac:graphicFrameMkLst>
        </pc:graphicFrameChg>
        <pc:picChg chg="add mod">
          <ac:chgData name="Sindhu Thoram" userId="4d8bf30ff4e2207f" providerId="LiveId" clId="{0AD0D800-0344-4F70-A669-3A08E2927649}" dt="2025-12-20T12:31:45.736" v="2399" actId="207"/>
          <ac:picMkLst>
            <pc:docMk/>
            <pc:sldMk cId="2775612212" sldId="266"/>
            <ac:picMk id="8" creationId="{BBF31E8C-55D5-9655-5383-C8536BE400F4}"/>
          </ac:picMkLst>
        </pc:picChg>
      </pc:sldChg>
      <pc:sldChg chg="addSp delSp modSp new mod modTransition modAnim">
        <pc:chgData name="Sindhu Thoram" userId="4d8bf30ff4e2207f" providerId="LiveId" clId="{0AD0D800-0344-4F70-A669-3A08E2927649}" dt="2025-12-20T13:14:17.783" v="2524"/>
        <pc:sldMkLst>
          <pc:docMk/>
          <pc:sldMk cId="2127374695" sldId="267"/>
        </pc:sldMkLst>
        <pc:spChg chg="mod">
          <ac:chgData name="Sindhu Thoram" userId="4d8bf30ff4e2207f" providerId="LiveId" clId="{0AD0D800-0344-4F70-A669-3A08E2927649}" dt="2025-12-19T15:20:51.833" v="1651" actId="207"/>
          <ac:spMkLst>
            <pc:docMk/>
            <pc:sldMk cId="2127374695" sldId="267"/>
            <ac:spMk id="2" creationId="{503AB0FE-39A3-2E9E-D4ED-D39B5B975956}"/>
          </ac:spMkLst>
        </pc:spChg>
        <pc:spChg chg="mod">
          <ac:chgData name="Sindhu Thoram" userId="4d8bf30ff4e2207f" providerId="LiveId" clId="{0AD0D800-0344-4F70-A669-3A08E2927649}" dt="2025-12-19T15:21:31.115" v="1655" actId="5793"/>
          <ac:spMkLst>
            <pc:docMk/>
            <pc:sldMk cId="2127374695" sldId="267"/>
            <ac:spMk id="3" creationId="{06943D32-BB4B-3D36-0880-A525DE55706C}"/>
          </ac:spMkLst>
        </pc:spChg>
        <pc:graphicFrameChg chg="add del mod">
          <ac:chgData name="Sindhu Thoram" userId="4d8bf30ff4e2207f" providerId="LiveId" clId="{0AD0D800-0344-4F70-A669-3A08E2927649}" dt="2025-12-20T12:35:30.447" v="2403" actId="21"/>
          <ac:graphicFrameMkLst>
            <pc:docMk/>
            <pc:sldMk cId="2127374695" sldId="267"/>
            <ac:graphicFrameMk id="4" creationId="{484232A5-8CEC-F905-C183-FF8476184A9B}"/>
          </ac:graphicFrameMkLst>
        </pc:graphicFrameChg>
        <pc:graphicFrameChg chg="add del mod modGraphic">
          <ac:chgData name="Sindhu Thoram" userId="4d8bf30ff4e2207f" providerId="LiveId" clId="{0AD0D800-0344-4F70-A669-3A08E2927649}" dt="2025-12-20T12:35:00.287" v="2400" actId="21"/>
          <ac:graphicFrameMkLst>
            <pc:docMk/>
            <pc:sldMk cId="2127374695" sldId="267"/>
            <ac:graphicFrameMk id="5" creationId="{C9E8F797-E1A4-B8D3-E90A-5D34657160ED}"/>
          </ac:graphicFrameMkLst>
        </pc:graphicFrameChg>
        <pc:graphicFrameChg chg="add del mod">
          <ac:chgData name="Sindhu Thoram" userId="4d8bf30ff4e2207f" providerId="LiveId" clId="{0AD0D800-0344-4F70-A669-3A08E2927649}" dt="2025-12-20T12:35:19.434" v="2402" actId="21"/>
          <ac:graphicFrameMkLst>
            <pc:docMk/>
            <pc:sldMk cId="2127374695" sldId="267"/>
            <ac:graphicFrameMk id="6" creationId="{C9E8F797-E1A4-B8D3-E90A-5D34657160ED}"/>
          </ac:graphicFrameMkLst>
        </pc:graphicFrameChg>
        <pc:graphicFrameChg chg="add mod modGraphic">
          <ac:chgData name="Sindhu Thoram" userId="4d8bf30ff4e2207f" providerId="LiveId" clId="{0AD0D800-0344-4F70-A669-3A08E2927649}" dt="2025-12-20T12:38:23.528" v="2416" actId="14100"/>
          <ac:graphicFrameMkLst>
            <pc:docMk/>
            <pc:sldMk cId="2127374695" sldId="267"/>
            <ac:graphicFrameMk id="7" creationId="{41C90CC7-CC28-D321-6BEB-D63E1C9DCDFB}"/>
          </ac:graphicFrameMkLst>
        </pc:graphicFrameChg>
        <pc:graphicFrameChg chg="add mod">
          <ac:chgData name="Sindhu Thoram" userId="4d8bf30ff4e2207f" providerId="LiveId" clId="{0AD0D800-0344-4F70-A669-3A08E2927649}" dt="2025-12-20T12:39:15.901" v="2427" actId="207"/>
          <ac:graphicFrameMkLst>
            <pc:docMk/>
            <pc:sldMk cId="2127374695" sldId="267"/>
            <ac:graphicFrameMk id="8" creationId="{F0900783-4E26-B520-12AB-70CC1271D331}"/>
          </ac:graphicFrameMkLst>
        </pc:graphicFrameChg>
      </pc:sldChg>
      <pc:sldChg chg="addSp delSp modSp new mod modTransition modAnim">
        <pc:chgData name="Sindhu Thoram" userId="4d8bf30ff4e2207f" providerId="LiveId" clId="{0AD0D800-0344-4F70-A669-3A08E2927649}" dt="2025-12-20T13:14:17.783" v="2524"/>
        <pc:sldMkLst>
          <pc:docMk/>
          <pc:sldMk cId="3753076763" sldId="268"/>
        </pc:sldMkLst>
        <pc:spChg chg="mod">
          <ac:chgData name="Sindhu Thoram" userId="4d8bf30ff4e2207f" providerId="LiveId" clId="{0AD0D800-0344-4F70-A669-3A08E2927649}" dt="2025-12-19T15:23:32.769" v="1686" actId="207"/>
          <ac:spMkLst>
            <pc:docMk/>
            <pc:sldMk cId="3753076763" sldId="268"/>
            <ac:spMk id="2" creationId="{5E50A782-1DA7-7211-3848-6354CE912774}"/>
          </ac:spMkLst>
        </pc:spChg>
        <pc:spChg chg="mod">
          <ac:chgData name="Sindhu Thoram" userId="4d8bf30ff4e2207f" providerId="LiveId" clId="{0AD0D800-0344-4F70-A669-3A08E2927649}" dt="2025-12-19T15:24:11.674" v="1689" actId="5793"/>
          <ac:spMkLst>
            <pc:docMk/>
            <pc:sldMk cId="3753076763" sldId="268"/>
            <ac:spMk id="3" creationId="{61216902-6DAC-AD68-31BE-192580EE0B41}"/>
          </ac:spMkLst>
        </pc:spChg>
        <pc:graphicFrameChg chg="add mod">
          <ac:chgData name="Sindhu Thoram" userId="4d8bf30ff4e2207f" providerId="LiveId" clId="{0AD0D800-0344-4F70-A669-3A08E2927649}" dt="2025-12-20T12:39:50.123" v="2429"/>
          <ac:graphicFrameMkLst>
            <pc:docMk/>
            <pc:sldMk cId="3753076763" sldId="268"/>
            <ac:graphicFrameMk id="4" creationId="{7855DC76-F155-C726-F15E-61805AF7DBA9}"/>
          </ac:graphicFrameMkLst>
        </pc:graphicFrameChg>
        <pc:graphicFrameChg chg="add mod">
          <ac:chgData name="Sindhu Thoram" userId="4d8bf30ff4e2207f" providerId="LiveId" clId="{0AD0D800-0344-4F70-A669-3A08E2927649}" dt="2025-12-20T12:42:11.151" v="2440" actId="14100"/>
          <ac:graphicFrameMkLst>
            <pc:docMk/>
            <pc:sldMk cId="3753076763" sldId="268"/>
            <ac:graphicFrameMk id="6" creationId="{E149AA0C-A790-E9FE-8D85-51C796A49765}"/>
          </ac:graphicFrameMkLst>
        </pc:graphicFrameChg>
        <pc:picChg chg="add del mod">
          <ac:chgData name="Sindhu Thoram" userId="4d8bf30ff4e2207f" providerId="LiveId" clId="{0AD0D800-0344-4F70-A669-3A08E2927649}" dt="2025-12-20T12:42:23.800" v="2442" actId="14100"/>
          <ac:picMkLst>
            <pc:docMk/>
            <pc:sldMk cId="3753076763" sldId="268"/>
            <ac:picMk id="5" creationId="{B5D2C541-33BE-29A9-2DBF-CF23B6111658}"/>
          </ac:picMkLst>
        </pc:picChg>
      </pc:sldChg>
      <pc:sldChg chg="addSp delSp modSp new mod modTransition modAnim">
        <pc:chgData name="Sindhu Thoram" userId="4d8bf30ff4e2207f" providerId="LiveId" clId="{0AD0D800-0344-4F70-A669-3A08E2927649}" dt="2025-12-20T13:14:17.783" v="2524"/>
        <pc:sldMkLst>
          <pc:docMk/>
          <pc:sldMk cId="3097943756" sldId="269"/>
        </pc:sldMkLst>
        <pc:spChg chg="mod">
          <ac:chgData name="Sindhu Thoram" userId="4d8bf30ff4e2207f" providerId="LiveId" clId="{0AD0D800-0344-4F70-A669-3A08E2927649}" dt="2025-12-19T15:25:27.249" v="1712" actId="207"/>
          <ac:spMkLst>
            <pc:docMk/>
            <pc:sldMk cId="3097943756" sldId="269"/>
            <ac:spMk id="2" creationId="{BED380E2-2A04-DA58-82B8-8C0E4BDAB455}"/>
          </ac:spMkLst>
        </pc:spChg>
        <pc:spChg chg="mod">
          <ac:chgData name="Sindhu Thoram" userId="4d8bf30ff4e2207f" providerId="LiveId" clId="{0AD0D800-0344-4F70-A669-3A08E2927649}" dt="2025-12-19T15:26:27.581" v="1719" actId="1076"/>
          <ac:spMkLst>
            <pc:docMk/>
            <pc:sldMk cId="3097943756" sldId="269"/>
            <ac:spMk id="3" creationId="{903574CF-1E79-30CA-06DA-CBB61F313085}"/>
          </ac:spMkLst>
        </pc:spChg>
        <pc:graphicFrameChg chg="add mod modGraphic">
          <ac:chgData name="Sindhu Thoram" userId="4d8bf30ff4e2207f" providerId="LiveId" clId="{0AD0D800-0344-4F70-A669-3A08E2927649}" dt="2025-12-19T15:41:06.967" v="1849" actId="207"/>
          <ac:graphicFrameMkLst>
            <pc:docMk/>
            <pc:sldMk cId="3097943756" sldId="269"/>
            <ac:graphicFrameMk id="5" creationId="{CC6BBF4E-01EB-6945-855C-2148108E538E}"/>
          </ac:graphicFrameMkLst>
        </pc:graphicFrameChg>
        <pc:graphicFrameChg chg="add mod">
          <ac:chgData name="Sindhu Thoram" userId="4d8bf30ff4e2207f" providerId="LiveId" clId="{0AD0D800-0344-4F70-A669-3A08E2927649}" dt="2025-12-19T15:27:33.201" v="1728" actId="1076"/>
          <ac:graphicFrameMkLst>
            <pc:docMk/>
            <pc:sldMk cId="3097943756" sldId="269"/>
            <ac:graphicFrameMk id="6" creationId="{1161E7CC-0CE2-8E44-E528-8649E793BBC2}"/>
          </ac:graphicFrameMkLst>
        </pc:graphicFrameChg>
      </pc:sldChg>
      <pc:sldChg chg="addSp modSp new mod modTransition modAnim">
        <pc:chgData name="Sindhu Thoram" userId="4d8bf30ff4e2207f" providerId="LiveId" clId="{0AD0D800-0344-4F70-A669-3A08E2927649}" dt="2025-12-20T13:14:17.783" v="2524"/>
        <pc:sldMkLst>
          <pc:docMk/>
          <pc:sldMk cId="1904837416" sldId="270"/>
        </pc:sldMkLst>
        <pc:spChg chg="mod">
          <ac:chgData name="Sindhu Thoram" userId="4d8bf30ff4e2207f" providerId="LiveId" clId="{0AD0D800-0344-4F70-A669-3A08E2927649}" dt="2025-12-19T15:31:08.621" v="1763" actId="207"/>
          <ac:spMkLst>
            <pc:docMk/>
            <pc:sldMk cId="1904837416" sldId="270"/>
            <ac:spMk id="2" creationId="{FCE5AB7A-03FD-D376-F6BB-C7FC682B7ACF}"/>
          </ac:spMkLst>
        </pc:spChg>
        <pc:spChg chg="mod">
          <ac:chgData name="Sindhu Thoram" userId="4d8bf30ff4e2207f" providerId="LiveId" clId="{0AD0D800-0344-4F70-A669-3A08E2927649}" dt="2025-12-19T15:28:52.246" v="1750" actId="255"/>
          <ac:spMkLst>
            <pc:docMk/>
            <pc:sldMk cId="1904837416" sldId="270"/>
            <ac:spMk id="3" creationId="{35C7D716-125D-176E-895E-B5E06E705B97}"/>
          </ac:spMkLst>
        </pc:spChg>
        <pc:graphicFrameChg chg="add mod modGraphic">
          <ac:chgData name="Sindhu Thoram" userId="4d8bf30ff4e2207f" providerId="LiveId" clId="{0AD0D800-0344-4F70-A669-3A08E2927649}" dt="2025-12-19T15:40:45.227" v="1848" actId="207"/>
          <ac:graphicFrameMkLst>
            <pc:docMk/>
            <pc:sldMk cId="1904837416" sldId="270"/>
            <ac:graphicFrameMk id="4" creationId="{84485022-6CD7-D572-D20A-075A2D43666B}"/>
          </ac:graphicFrameMkLst>
        </pc:graphicFrameChg>
        <pc:graphicFrameChg chg="add mod">
          <ac:chgData name="Sindhu Thoram" userId="4d8bf30ff4e2207f" providerId="LiveId" clId="{0AD0D800-0344-4F70-A669-3A08E2927649}" dt="2025-12-19T15:30:23.095" v="1759" actId="1076"/>
          <ac:graphicFrameMkLst>
            <pc:docMk/>
            <pc:sldMk cId="1904837416" sldId="270"/>
            <ac:graphicFrameMk id="5" creationId="{9232F609-01BD-B4E7-4246-313CFC342465}"/>
          </ac:graphicFrameMkLst>
        </pc:graphicFrameChg>
      </pc:sldChg>
      <pc:sldChg chg="addSp modSp new mod modTransition modAnim">
        <pc:chgData name="Sindhu Thoram" userId="4d8bf30ff4e2207f" providerId="LiveId" clId="{0AD0D800-0344-4F70-A669-3A08E2927649}" dt="2025-12-20T13:14:17.783" v="2524"/>
        <pc:sldMkLst>
          <pc:docMk/>
          <pc:sldMk cId="949295280" sldId="271"/>
        </pc:sldMkLst>
        <pc:spChg chg="mod">
          <ac:chgData name="Sindhu Thoram" userId="4d8bf30ff4e2207f" providerId="LiveId" clId="{0AD0D800-0344-4F70-A669-3A08E2927649}" dt="2025-12-19T15:33:51.081" v="1795" actId="207"/>
          <ac:spMkLst>
            <pc:docMk/>
            <pc:sldMk cId="949295280" sldId="271"/>
            <ac:spMk id="2" creationId="{1660B848-9C47-3BD5-785B-65A04BC0F66B}"/>
          </ac:spMkLst>
        </pc:spChg>
        <pc:spChg chg="mod">
          <ac:chgData name="Sindhu Thoram" userId="4d8bf30ff4e2207f" providerId="LiveId" clId="{0AD0D800-0344-4F70-A669-3A08E2927649}" dt="2025-12-19T15:31:47.268" v="1782" actId="255"/>
          <ac:spMkLst>
            <pc:docMk/>
            <pc:sldMk cId="949295280" sldId="271"/>
            <ac:spMk id="3" creationId="{2A07D82E-5F5F-9BA6-DB7D-7C5509C7F27E}"/>
          </ac:spMkLst>
        </pc:spChg>
        <pc:graphicFrameChg chg="add mod modGraphic">
          <ac:chgData name="Sindhu Thoram" userId="4d8bf30ff4e2207f" providerId="LiveId" clId="{0AD0D800-0344-4F70-A669-3A08E2927649}" dt="2025-12-19T15:40:24.178" v="1843" actId="207"/>
          <ac:graphicFrameMkLst>
            <pc:docMk/>
            <pc:sldMk cId="949295280" sldId="271"/>
            <ac:graphicFrameMk id="4" creationId="{C3E7B81C-7955-604A-118A-A7A3CF68A852}"/>
          </ac:graphicFrameMkLst>
        </pc:graphicFrameChg>
        <pc:graphicFrameChg chg="add mod">
          <ac:chgData name="Sindhu Thoram" userId="4d8bf30ff4e2207f" providerId="LiveId" clId="{0AD0D800-0344-4F70-A669-3A08E2927649}" dt="2025-12-19T15:33:18.453" v="1793" actId="1076"/>
          <ac:graphicFrameMkLst>
            <pc:docMk/>
            <pc:sldMk cId="949295280" sldId="271"/>
            <ac:graphicFrameMk id="5" creationId="{E94918A9-584D-B1A8-0466-6C25CD46B374}"/>
          </ac:graphicFrameMkLst>
        </pc:graphicFrameChg>
      </pc:sldChg>
      <pc:sldChg chg="addSp modSp new mod modTransition modAnim">
        <pc:chgData name="Sindhu Thoram" userId="4d8bf30ff4e2207f" providerId="LiveId" clId="{0AD0D800-0344-4F70-A669-3A08E2927649}" dt="2025-12-20T13:14:17.783" v="2524"/>
        <pc:sldMkLst>
          <pc:docMk/>
          <pc:sldMk cId="2469062788" sldId="272"/>
        </pc:sldMkLst>
        <pc:spChg chg="mod">
          <ac:chgData name="Sindhu Thoram" userId="4d8bf30ff4e2207f" providerId="LiveId" clId="{0AD0D800-0344-4F70-A669-3A08E2927649}" dt="2025-12-19T15:34:16.751" v="1815" actId="207"/>
          <ac:spMkLst>
            <pc:docMk/>
            <pc:sldMk cId="2469062788" sldId="272"/>
            <ac:spMk id="2" creationId="{E88EF45F-D1A2-884E-0F98-23EBCA04C6C2}"/>
          </ac:spMkLst>
        </pc:spChg>
        <pc:spChg chg="mod">
          <ac:chgData name="Sindhu Thoram" userId="4d8bf30ff4e2207f" providerId="LiveId" clId="{0AD0D800-0344-4F70-A669-3A08E2927649}" dt="2025-12-19T15:36:36.275" v="1821" actId="1038"/>
          <ac:spMkLst>
            <pc:docMk/>
            <pc:sldMk cId="2469062788" sldId="272"/>
            <ac:spMk id="3" creationId="{3AC029A0-2F07-6DAA-8862-D57F75751712}"/>
          </ac:spMkLst>
        </pc:spChg>
        <pc:graphicFrameChg chg="add mod">
          <ac:chgData name="Sindhu Thoram" userId="4d8bf30ff4e2207f" providerId="LiveId" clId="{0AD0D800-0344-4F70-A669-3A08E2927649}" dt="2025-12-19T15:37:22.962" v="1832" actId="14100"/>
          <ac:graphicFrameMkLst>
            <pc:docMk/>
            <pc:sldMk cId="2469062788" sldId="272"/>
            <ac:graphicFrameMk id="4" creationId="{7EE6022A-0C6C-74B1-A179-41714E96A1D8}"/>
          </ac:graphicFrameMkLst>
        </pc:graphicFrameChg>
        <pc:graphicFrameChg chg="add mod modGraphic">
          <ac:chgData name="Sindhu Thoram" userId="4d8bf30ff4e2207f" providerId="LiveId" clId="{0AD0D800-0344-4F70-A669-3A08E2927649}" dt="2025-12-19T15:40:03.844" v="1842" actId="207"/>
          <ac:graphicFrameMkLst>
            <pc:docMk/>
            <pc:sldMk cId="2469062788" sldId="272"/>
            <ac:graphicFrameMk id="5" creationId="{33B56E8C-9B41-A061-EE47-2C6861D62D7B}"/>
          </ac:graphicFrameMkLst>
        </pc:graphicFrameChg>
      </pc:sldChg>
      <pc:sldChg chg="modSp new mod modTransition modAnim">
        <pc:chgData name="Sindhu Thoram" userId="4d8bf30ff4e2207f" providerId="LiveId" clId="{0AD0D800-0344-4F70-A669-3A08E2927649}" dt="2025-12-20T13:14:17.783" v="2524"/>
        <pc:sldMkLst>
          <pc:docMk/>
          <pc:sldMk cId="4211434630" sldId="273"/>
        </pc:sldMkLst>
        <pc:spChg chg="mod">
          <ac:chgData name="Sindhu Thoram" userId="4d8bf30ff4e2207f" providerId="LiveId" clId="{0AD0D800-0344-4F70-A669-3A08E2927649}" dt="2025-12-20T05:10:44.382" v="2142" actId="207"/>
          <ac:spMkLst>
            <pc:docMk/>
            <pc:sldMk cId="4211434630" sldId="273"/>
            <ac:spMk id="2" creationId="{745A81D1-F1C6-89BC-E9D2-A05B7124B6BB}"/>
          </ac:spMkLst>
        </pc:spChg>
        <pc:spChg chg="mod">
          <ac:chgData name="Sindhu Thoram" userId="4d8bf30ff4e2207f" providerId="LiveId" clId="{0AD0D800-0344-4F70-A669-3A08E2927649}" dt="2025-12-19T15:59:39.193" v="1947" actId="20577"/>
          <ac:spMkLst>
            <pc:docMk/>
            <pc:sldMk cId="4211434630" sldId="273"/>
            <ac:spMk id="3" creationId="{A104994B-00B9-8703-9B70-E950D9E195AB}"/>
          </ac:spMkLst>
        </pc:spChg>
      </pc:sldChg>
      <pc:sldChg chg="addSp modSp new mod modTransition">
        <pc:chgData name="Sindhu Thoram" userId="4d8bf30ff4e2207f" providerId="LiveId" clId="{0AD0D800-0344-4F70-A669-3A08E2927649}" dt="2025-12-20T13:14:17.783" v="2524"/>
        <pc:sldMkLst>
          <pc:docMk/>
          <pc:sldMk cId="2568232066" sldId="274"/>
        </pc:sldMkLst>
        <pc:spChg chg="add mod">
          <ac:chgData name="Sindhu Thoram" userId="4d8bf30ff4e2207f" providerId="LiveId" clId="{0AD0D800-0344-4F70-A669-3A08E2927649}" dt="2025-12-19T16:00:26.230" v="1951" actId="14100"/>
          <ac:spMkLst>
            <pc:docMk/>
            <pc:sldMk cId="2568232066" sldId="274"/>
            <ac:spMk id="3" creationId="{96E8D949-88CB-2B25-A029-82C25E994358}"/>
          </ac:spMkLst>
        </pc:spChg>
        <pc:spChg chg="add mod">
          <ac:chgData name="Sindhu Thoram" userId="4d8bf30ff4e2207f" providerId="LiveId" clId="{0AD0D800-0344-4F70-A669-3A08E2927649}" dt="2025-12-19T16:03:59.696" v="1998" actId="20577"/>
          <ac:spMkLst>
            <pc:docMk/>
            <pc:sldMk cId="2568232066" sldId="274"/>
            <ac:spMk id="5" creationId="{0D9238BE-2C0A-F77D-5B53-D3CD867D7ECE}"/>
          </ac:spMkLst>
        </pc:spChg>
      </pc:sldChg>
      <pc:sldChg chg="modSp new modTransition">
        <pc:chgData name="Sindhu Thoram" userId="4d8bf30ff4e2207f" providerId="LiveId" clId="{0AD0D800-0344-4F70-A669-3A08E2927649}" dt="2025-12-20T13:14:17.783" v="2524"/>
        <pc:sldMkLst>
          <pc:docMk/>
          <pc:sldMk cId="3585463201" sldId="275"/>
        </pc:sldMkLst>
        <pc:spChg chg="mod">
          <ac:chgData name="Sindhu Thoram" userId="4d8bf30ff4e2207f" providerId="LiveId" clId="{0AD0D800-0344-4F70-A669-3A08E2927649}" dt="2025-12-19T16:01:44.067" v="1953"/>
          <ac:spMkLst>
            <pc:docMk/>
            <pc:sldMk cId="3585463201" sldId="275"/>
            <ac:spMk id="3" creationId="{F5EBC6DD-DE49-DEDD-2420-4B2C415E2E38}"/>
          </ac:spMkLst>
        </pc:spChg>
      </pc:sldChg>
      <pc:sldChg chg="addSp delSp modSp new mod modTransition">
        <pc:chgData name="Sindhu Thoram" userId="4d8bf30ff4e2207f" providerId="LiveId" clId="{0AD0D800-0344-4F70-A669-3A08E2927649}" dt="2025-12-20T13:14:17.783" v="2524"/>
        <pc:sldMkLst>
          <pc:docMk/>
          <pc:sldMk cId="409907718" sldId="276"/>
        </pc:sldMkLst>
        <pc:spChg chg="add mod">
          <ac:chgData name="Sindhu Thoram" userId="4d8bf30ff4e2207f" providerId="LiveId" clId="{0AD0D800-0344-4F70-A669-3A08E2927649}" dt="2025-12-19T16:04:46.888" v="2004" actId="14100"/>
          <ac:spMkLst>
            <pc:docMk/>
            <pc:sldMk cId="409907718" sldId="276"/>
            <ac:spMk id="5" creationId="{FF2EE217-D5E7-95C1-C62C-416FC8D78DD2}"/>
          </ac:spMkLst>
        </pc:spChg>
      </pc:sldChg>
      <pc:sldChg chg="addSp delSp modSp new mod modTransition modAnim">
        <pc:chgData name="Sindhu Thoram" userId="4d8bf30ff4e2207f" providerId="LiveId" clId="{0AD0D800-0344-4F70-A669-3A08E2927649}" dt="2025-12-20T13:14:17.783" v="2524"/>
        <pc:sldMkLst>
          <pc:docMk/>
          <pc:sldMk cId="607790421" sldId="278"/>
        </pc:sldMkLst>
        <pc:spChg chg="add mod">
          <ac:chgData name="Sindhu Thoram" userId="4d8bf30ff4e2207f" providerId="LiveId" clId="{0AD0D800-0344-4F70-A669-3A08E2927649}" dt="2025-12-19T16:08:13.624" v="2140" actId="255"/>
          <ac:spMkLst>
            <pc:docMk/>
            <pc:sldMk cId="607790421" sldId="278"/>
            <ac:spMk id="11" creationId="{8B87361F-7AF1-04BF-2DE3-6B7E6DB9DBD1}"/>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[Expense details for June (5) PROJECT PART1.xlsx]Q1!PivotTable1</c:name>
    <c:fmtId val="6"/>
  </c:pivotSource>
  <c:chart>
    <c:title>
      <c:layout>
        <c:manualLayout>
          <c:xMode val="edge"/>
          <c:yMode val="edge"/>
          <c:x val="0.44111111111111118"/>
          <c:y val="0.13490945873579405"/>
        </c:manualLayout>
      </c:layout>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a:outerShdw blurRad="317500" algn="ctr" rotWithShape="0">
              <a:prstClr val="black">
                <a:alpha val="25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pivotFmt>
      <c:pivotFmt>
        <c:idx val="1"/>
        <c:spPr>
          <a:solidFill>
            <a:schemeClr val="accent1"/>
          </a:solidFill>
          <a:ln>
            <a:noFill/>
          </a:ln>
          <a:effectLst>
            <a:outerShdw blurRad="317500" algn="ctr" rotWithShape="0">
              <a:prstClr val="black">
                <a:alpha val="25000"/>
              </a:prstClr>
            </a:outerShdw>
          </a:effectLst>
        </c:spPr>
      </c:pivotFmt>
      <c:pivotFmt>
        <c:idx val="2"/>
        <c:spPr>
          <a:solidFill>
            <a:schemeClr val="accent1"/>
          </a:solidFill>
          <a:ln>
            <a:noFill/>
          </a:ln>
          <a:effectLst>
            <a:outerShdw blurRad="317500" algn="ctr" rotWithShape="0">
              <a:prstClr val="black">
                <a:alpha val="25000"/>
              </a:prstClr>
            </a:outerShdw>
          </a:effectLst>
        </c:spPr>
      </c:pivotFmt>
      <c:pivotFmt>
        <c:idx val="3"/>
        <c:spPr>
          <a:solidFill>
            <a:schemeClr val="accent1"/>
          </a:solidFill>
          <a:ln>
            <a:noFill/>
          </a:ln>
          <a:effectLst>
            <a:outerShdw blurRad="317500" algn="ctr" rotWithShape="0">
              <a:prstClr val="black">
                <a:alpha val="25000"/>
              </a:prstClr>
            </a:outerShdw>
          </a:effectLst>
        </c:spPr>
      </c:pivotFmt>
      <c:pivotFmt>
        <c:idx val="4"/>
        <c:spPr>
          <a:solidFill>
            <a:schemeClr val="accent1"/>
          </a:solidFill>
          <a:ln>
            <a:noFill/>
          </a:ln>
          <a:effectLst>
            <a:outerShdw blurRad="317500" algn="ctr" rotWithShape="0">
              <a:prstClr val="black">
                <a:alpha val="25000"/>
              </a:prstClr>
            </a:outerShdw>
          </a:effectLst>
        </c:spPr>
      </c:pivotFmt>
      <c:pivotFmt>
        <c:idx val="5"/>
        <c:spPr>
          <a:solidFill>
            <a:schemeClr val="accent1"/>
          </a:solidFill>
          <a:ln>
            <a:noFill/>
          </a:ln>
          <a:effectLst>
            <a:outerShdw blurRad="317500" algn="ctr" rotWithShape="0">
              <a:prstClr val="black">
                <a:alpha val="25000"/>
              </a:prstClr>
            </a:outerShdw>
          </a:effectLst>
        </c:spPr>
      </c:pivotFmt>
      <c:pivotFmt>
        <c:idx val="6"/>
        <c:spPr>
          <a:solidFill>
            <a:schemeClr val="accent1"/>
          </a:solidFill>
          <a:ln>
            <a:noFill/>
          </a:ln>
          <a:effectLst>
            <a:outerShdw blurRad="317500" algn="ctr" rotWithShape="0">
              <a:prstClr val="black">
                <a:alpha val="25000"/>
              </a:prstClr>
            </a:outerShdw>
          </a:effectLst>
        </c:spPr>
      </c:pivotFmt>
      <c:pivotFmt>
        <c:idx val="7"/>
        <c:spPr>
          <a:solidFill>
            <a:schemeClr val="accent1"/>
          </a:solidFill>
          <a:ln>
            <a:noFill/>
          </a:ln>
          <a:effectLst>
            <a:outerShdw blurRad="317500" algn="ctr" rotWithShape="0">
              <a:prstClr val="black">
                <a:alpha val="25000"/>
              </a:prstClr>
            </a:outerShdw>
          </a:effectLst>
        </c:spPr>
      </c:pivotFmt>
      <c:pivotFmt>
        <c:idx val="8"/>
        <c:spPr>
          <a:solidFill>
            <a:schemeClr val="accent1"/>
          </a:solidFill>
          <a:ln>
            <a:noFill/>
          </a:ln>
          <a:effectLst>
            <a:outerShdw blurRad="317500" algn="ctr" rotWithShape="0">
              <a:prstClr val="black">
                <a:alpha val="25000"/>
              </a:prstClr>
            </a:outerShdw>
          </a:effectLst>
        </c:spPr>
      </c:pivotFmt>
      <c:pivotFmt>
        <c:idx val="9"/>
        <c:spPr>
          <a:solidFill>
            <a:schemeClr val="accent1"/>
          </a:solidFill>
          <a:ln>
            <a:noFill/>
          </a:ln>
          <a:effectLst>
            <a:outerShdw blurRad="317500" algn="ctr" rotWithShape="0">
              <a:prstClr val="black">
                <a:alpha val="25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pivotFmt>
      <c:pivotFmt>
        <c:idx val="10"/>
        <c:spPr>
          <a:solidFill>
            <a:schemeClr val="accent1"/>
          </a:solidFill>
          <a:ln>
            <a:noFill/>
          </a:ln>
          <a:effectLst>
            <a:outerShdw blurRad="317500" algn="ctr" rotWithShape="0">
              <a:prstClr val="black">
                <a:alpha val="25000"/>
              </a:prstClr>
            </a:outerShdw>
          </a:effectLst>
        </c:spPr>
      </c:pivotFmt>
      <c:pivotFmt>
        <c:idx val="11"/>
        <c:spPr>
          <a:solidFill>
            <a:schemeClr val="accent1"/>
          </a:solidFill>
          <a:ln>
            <a:noFill/>
          </a:ln>
          <a:effectLst>
            <a:outerShdw blurRad="317500" algn="ctr" rotWithShape="0">
              <a:prstClr val="black">
                <a:alpha val="25000"/>
              </a:prstClr>
            </a:outerShdw>
          </a:effectLst>
        </c:spPr>
      </c:pivotFmt>
      <c:pivotFmt>
        <c:idx val="12"/>
        <c:spPr>
          <a:solidFill>
            <a:schemeClr val="accent1"/>
          </a:solidFill>
          <a:ln>
            <a:noFill/>
          </a:ln>
          <a:effectLst>
            <a:outerShdw blurRad="317500" algn="ctr" rotWithShape="0">
              <a:prstClr val="black">
                <a:alpha val="25000"/>
              </a:prstClr>
            </a:outerShdw>
          </a:effectLst>
        </c:spPr>
      </c:pivotFmt>
      <c:pivotFmt>
        <c:idx val="13"/>
        <c:spPr>
          <a:solidFill>
            <a:schemeClr val="accent1"/>
          </a:solidFill>
          <a:ln>
            <a:noFill/>
          </a:ln>
          <a:effectLst>
            <a:outerShdw blurRad="317500" algn="ctr" rotWithShape="0">
              <a:prstClr val="black">
                <a:alpha val="25000"/>
              </a:prstClr>
            </a:outerShdw>
          </a:effectLst>
        </c:spPr>
      </c:pivotFmt>
      <c:pivotFmt>
        <c:idx val="14"/>
        <c:spPr>
          <a:solidFill>
            <a:schemeClr val="accent1"/>
          </a:solidFill>
          <a:ln>
            <a:noFill/>
          </a:ln>
          <a:effectLst>
            <a:outerShdw blurRad="317500" algn="ctr" rotWithShape="0">
              <a:prstClr val="black">
                <a:alpha val="25000"/>
              </a:prstClr>
            </a:outerShdw>
          </a:effectLst>
        </c:spPr>
      </c:pivotFmt>
      <c:pivotFmt>
        <c:idx val="15"/>
        <c:spPr>
          <a:solidFill>
            <a:schemeClr val="accent1"/>
          </a:solidFill>
          <a:ln>
            <a:noFill/>
          </a:ln>
          <a:effectLst>
            <a:outerShdw blurRad="317500" algn="ctr" rotWithShape="0">
              <a:prstClr val="black">
                <a:alpha val="25000"/>
              </a:prstClr>
            </a:outerShdw>
          </a:effectLst>
        </c:spPr>
      </c:pivotFmt>
      <c:pivotFmt>
        <c:idx val="16"/>
        <c:spPr>
          <a:solidFill>
            <a:schemeClr val="accent1"/>
          </a:solidFill>
          <a:ln>
            <a:noFill/>
          </a:ln>
          <a:effectLst>
            <a:outerShdw blurRad="317500" algn="ctr" rotWithShape="0">
              <a:prstClr val="black">
                <a:alpha val="25000"/>
              </a:prstClr>
            </a:outerShdw>
          </a:effectLst>
        </c:spPr>
      </c:pivotFmt>
      <c:pivotFmt>
        <c:idx val="17"/>
        <c:spPr>
          <a:solidFill>
            <a:schemeClr val="accent1"/>
          </a:solidFill>
          <a:ln>
            <a:noFill/>
          </a:ln>
          <a:effectLst>
            <a:outerShdw blurRad="317500" algn="ctr" rotWithShape="0">
              <a:prstClr val="black">
                <a:alpha val="25000"/>
              </a:prstClr>
            </a:outerShdw>
          </a:effectLst>
        </c:spPr>
      </c:pivotFmt>
      <c:pivotFmt>
        <c:idx val="18"/>
        <c:spPr>
          <a:solidFill>
            <a:schemeClr val="accent1"/>
          </a:solidFill>
          <a:ln>
            <a:noFill/>
          </a:ln>
          <a:effectLst>
            <a:outerShdw blurRad="317500" algn="ctr" rotWithShape="0">
              <a:prstClr val="black">
                <a:alpha val="25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pivotFmt>
      <c:pivotFmt>
        <c:idx val="19"/>
        <c:spPr>
          <a:solidFill>
            <a:schemeClr val="accent1"/>
          </a:solidFill>
          <a:ln>
            <a:noFill/>
          </a:ln>
          <a:effectLst>
            <a:outerShdw blurRad="317500" algn="ctr" rotWithShape="0">
              <a:prstClr val="black">
                <a:alpha val="25000"/>
              </a:prstClr>
            </a:outerShdw>
          </a:effectLst>
        </c:spPr>
      </c:pivotFmt>
      <c:pivotFmt>
        <c:idx val="20"/>
        <c:spPr>
          <a:solidFill>
            <a:schemeClr val="accent1"/>
          </a:solidFill>
          <a:ln>
            <a:noFill/>
          </a:ln>
          <a:effectLst>
            <a:outerShdw blurRad="317500" algn="ctr" rotWithShape="0">
              <a:prstClr val="black">
                <a:alpha val="25000"/>
              </a:prstClr>
            </a:outerShdw>
          </a:effectLst>
        </c:spPr>
      </c:pivotFmt>
      <c:pivotFmt>
        <c:idx val="21"/>
        <c:spPr>
          <a:solidFill>
            <a:schemeClr val="accent1"/>
          </a:solidFill>
          <a:ln>
            <a:noFill/>
          </a:ln>
          <a:effectLst>
            <a:outerShdw blurRad="317500" algn="ctr" rotWithShape="0">
              <a:prstClr val="black">
                <a:alpha val="25000"/>
              </a:prstClr>
            </a:outerShdw>
          </a:effectLst>
        </c:spPr>
      </c:pivotFmt>
      <c:pivotFmt>
        <c:idx val="22"/>
        <c:spPr>
          <a:solidFill>
            <a:schemeClr val="accent1"/>
          </a:solidFill>
          <a:ln>
            <a:noFill/>
          </a:ln>
          <a:effectLst>
            <a:outerShdw blurRad="317500" algn="ctr" rotWithShape="0">
              <a:prstClr val="black">
                <a:alpha val="25000"/>
              </a:prstClr>
            </a:outerShdw>
          </a:effectLst>
        </c:spPr>
      </c:pivotFmt>
      <c:pivotFmt>
        <c:idx val="23"/>
        <c:spPr>
          <a:solidFill>
            <a:schemeClr val="accent1"/>
          </a:solidFill>
          <a:ln>
            <a:noFill/>
          </a:ln>
          <a:effectLst>
            <a:outerShdw blurRad="317500" algn="ctr" rotWithShape="0">
              <a:prstClr val="black">
                <a:alpha val="25000"/>
              </a:prstClr>
            </a:outerShdw>
          </a:effectLst>
        </c:spPr>
      </c:pivotFmt>
      <c:pivotFmt>
        <c:idx val="24"/>
        <c:spPr>
          <a:solidFill>
            <a:schemeClr val="accent1"/>
          </a:solidFill>
          <a:ln>
            <a:noFill/>
          </a:ln>
          <a:effectLst>
            <a:outerShdw blurRad="317500" algn="ctr" rotWithShape="0">
              <a:prstClr val="black">
                <a:alpha val="25000"/>
              </a:prstClr>
            </a:outerShdw>
          </a:effectLst>
        </c:spPr>
      </c:pivotFmt>
      <c:pivotFmt>
        <c:idx val="25"/>
        <c:spPr>
          <a:solidFill>
            <a:schemeClr val="accent1"/>
          </a:solidFill>
          <a:ln>
            <a:noFill/>
          </a:ln>
          <a:effectLst>
            <a:outerShdw blurRad="317500" algn="ctr" rotWithShape="0">
              <a:prstClr val="black">
                <a:alpha val="25000"/>
              </a:prstClr>
            </a:outerShdw>
          </a:effectLst>
        </c:spPr>
      </c:pivotFmt>
      <c:pivotFmt>
        <c:idx val="26"/>
        <c:spPr>
          <a:solidFill>
            <a:schemeClr val="accent1"/>
          </a:solidFill>
          <a:ln>
            <a:noFill/>
          </a:ln>
          <a:effectLst>
            <a:outerShdw blurRad="317500" algn="ctr" rotWithShape="0">
              <a:prstClr val="black">
                <a:alpha val="25000"/>
              </a:prstClr>
            </a:outerShdw>
          </a:effectLst>
        </c:spPr>
      </c:pivotFmt>
    </c:pivotFmts>
    <c:plotArea>
      <c:layout/>
      <c:pieChart>
        <c:varyColors val="1"/>
        <c:ser>
          <c:idx val="0"/>
          <c:order val="0"/>
          <c:tx>
            <c:strRef>
              <c:f>'Q1'!$B$3</c:f>
              <c:strCache>
                <c:ptCount val="1"/>
                <c:pt idx="0">
                  <c:v>Total</c:v>
                </c:pt>
              </c:strCache>
            </c:strRef>
          </c:tx>
          <c:dPt>
            <c:idx val="0"/>
            <c:bubble3D val="0"/>
            <c:spPr>
              <a:solidFill>
                <a:schemeClr val="accent1"/>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1-19B3-4FF9-BC2C-383B960A6D60}"/>
              </c:ext>
            </c:extLst>
          </c:dPt>
          <c:dPt>
            <c:idx val="1"/>
            <c:bubble3D val="0"/>
            <c:spPr>
              <a:solidFill>
                <a:schemeClr val="accent2"/>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3-19B3-4FF9-BC2C-383B960A6D60}"/>
              </c:ext>
            </c:extLst>
          </c:dPt>
          <c:dPt>
            <c:idx val="2"/>
            <c:bubble3D val="0"/>
            <c:spPr>
              <a:solidFill>
                <a:schemeClr val="accent3"/>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5-19B3-4FF9-BC2C-383B960A6D60}"/>
              </c:ext>
            </c:extLst>
          </c:dPt>
          <c:dPt>
            <c:idx val="3"/>
            <c:bubble3D val="0"/>
            <c:spPr>
              <a:solidFill>
                <a:schemeClr val="accent4"/>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7-19B3-4FF9-BC2C-383B960A6D60}"/>
              </c:ext>
            </c:extLst>
          </c:dPt>
          <c:dPt>
            <c:idx val="4"/>
            <c:bubble3D val="0"/>
            <c:spPr>
              <a:solidFill>
                <a:schemeClr val="accent5"/>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9-19B3-4FF9-BC2C-383B960A6D60}"/>
              </c:ext>
            </c:extLst>
          </c:dPt>
          <c:dPt>
            <c:idx val="5"/>
            <c:bubble3D val="0"/>
            <c:spPr>
              <a:solidFill>
                <a:schemeClr val="accent6"/>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B-19B3-4FF9-BC2C-383B960A6D60}"/>
              </c:ext>
            </c:extLst>
          </c:dPt>
          <c:dPt>
            <c:idx val="6"/>
            <c:bubble3D val="0"/>
            <c:spPr>
              <a:solidFill>
                <a:schemeClr val="accent1">
                  <a:lumMod val="60000"/>
                </a:scheme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D-19B3-4FF9-BC2C-383B960A6D60}"/>
              </c:ext>
            </c:extLst>
          </c:dPt>
          <c:dPt>
            <c:idx val="7"/>
            <c:bubble3D val="0"/>
            <c:spPr>
              <a:solidFill>
                <a:schemeClr val="accent2">
                  <a:lumMod val="60000"/>
                </a:schemeClr>
              </a:solidFill>
              <a:ln>
                <a:noFill/>
              </a:ln>
              <a:effectLst>
                <a:outerShdw blurRad="317500" algn="ctr" rotWithShape="0">
                  <a:prstClr val="black">
                    <a:alpha val="25000"/>
                  </a:prstClr>
                </a:outerShdw>
              </a:effectLst>
            </c:spPr>
            <c:extLst>
              <c:ext xmlns:c16="http://schemas.microsoft.com/office/drawing/2014/chart" uri="{C3380CC4-5D6E-409C-BE32-E72D297353CC}">
                <c16:uniqueId val="{0000000F-19B3-4FF9-BC2C-383B960A6D60}"/>
              </c:ext>
            </c:extLst>
          </c:dPt>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bestFit"/>
            <c:showLegendKey val="0"/>
            <c:showVal val="0"/>
            <c:showCatName val="0"/>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extLst>
          </c:dLbls>
          <c:cat>
            <c:strRef>
              <c:f>'Q1'!$A$4:$A$12</c:f>
              <c:strCache>
                <c:ptCount val="8"/>
                <c:pt idx="0">
                  <c:v>Doctor and Medicine</c:v>
                </c:pt>
                <c:pt idx="1">
                  <c:v>Entertainment</c:v>
                </c:pt>
                <c:pt idx="2">
                  <c:v>Food</c:v>
                </c:pt>
                <c:pt idx="3">
                  <c:v>Grocery</c:v>
                </c:pt>
                <c:pt idx="4">
                  <c:v>Miscellaneous</c:v>
                </c:pt>
                <c:pt idx="5">
                  <c:v>Shopping</c:v>
                </c:pt>
                <c:pt idx="6">
                  <c:v>Ticket and Bills</c:v>
                </c:pt>
                <c:pt idx="7">
                  <c:v>(blank)</c:v>
                </c:pt>
              </c:strCache>
            </c:strRef>
          </c:cat>
          <c:val>
            <c:numRef>
              <c:f>'Q1'!$B$4:$B$12</c:f>
              <c:numCache>
                <c:formatCode>General</c:formatCode>
                <c:ptCount val="8"/>
                <c:pt idx="0">
                  <c:v>450</c:v>
                </c:pt>
                <c:pt idx="1">
                  <c:v>1000</c:v>
                </c:pt>
                <c:pt idx="2">
                  <c:v>850</c:v>
                </c:pt>
                <c:pt idx="3">
                  <c:v>4690</c:v>
                </c:pt>
                <c:pt idx="4">
                  <c:v>500</c:v>
                </c:pt>
                <c:pt idx="5">
                  <c:v>3500</c:v>
                </c:pt>
                <c:pt idx="6">
                  <c:v>2570</c:v>
                </c:pt>
              </c:numCache>
            </c:numRef>
          </c:val>
          <c:extLst>
            <c:ext xmlns:c16="http://schemas.microsoft.com/office/drawing/2014/chart" uri="{C3380CC4-5D6E-409C-BE32-E72D297353CC}">
              <c16:uniqueId val="{00000010-19B3-4FF9-BC2C-383B960A6D60}"/>
            </c:ext>
          </c:extLst>
        </c:ser>
        <c:dLbls>
          <c:dLblPos val="bestFit"/>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alpha val="78000"/>
          </a:schemeClr>
        </a:solidFill>
        <a:ln>
          <a:noFill/>
        </a:ln>
        <a:effectLst/>
      </c:spPr>
      <c:txPr>
        <a:bodyPr rot="0" spcFirstLastPara="1" vertOverflow="ellipsis" vert="horz" wrap="square" anchor="ctr" anchorCtr="1"/>
        <a:lstStyle/>
        <a:p>
          <a:pPr>
            <a:defRPr sz="900" b="0" i="0" u="none" strike="noStrike" kern="1200" baseline="0">
              <a:solidFill>
                <a:schemeClr val="dk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accent4">
        <a:lumMod val="40000"/>
        <a:lumOff val="60000"/>
      </a:schemeClr>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1"/>
    </mc:Choice>
    <mc:Fallback>
      <c:style val="1"/>
    </mc:Fallback>
  </mc:AlternateContent>
  <c:pivotSource>
    <c:name>[Expense details for June- Project part 1.xlsx]Q3!PivotTable2</c:name>
    <c:fmtId val="16"/>
  </c:pivotSource>
  <c:chart>
    <c:title>
      <c:overlay val="0"/>
      <c:spPr>
        <a:noFill/>
        <a:ln>
          <a:noFill/>
        </a:ln>
        <a:effectLst/>
      </c:spPr>
      <c:txPr>
        <a:bodyPr rot="0" spcFirstLastPara="1" vertOverflow="ellipsis" vert="horz" wrap="square" anchor="ctr" anchorCtr="1"/>
        <a:lstStyle/>
        <a:p>
          <a:pPr>
            <a:defRPr sz="1500" b="1" i="0" u="none" strike="noStrike" kern="1200" cap="all" spc="100" normalizeH="0" baseline="0">
              <a:solidFill>
                <a:schemeClr val="lt1"/>
              </a:solidFill>
              <a:latin typeface="+mn-lt"/>
              <a:ea typeface="+mn-ea"/>
              <a:cs typeface="+mn-cs"/>
            </a:defRPr>
          </a:pPr>
          <a:endParaRPr lang="en-US"/>
        </a:p>
      </c:txPr>
    </c:title>
    <c:autoTitleDeleted val="0"/>
    <c:pivotFmts>
      <c:pivotFmt>
        <c:idx val="0"/>
        <c:spPr>
          <a:pattFill prst="ltUpDiag">
            <a:fgClr>
              <a:schemeClr val="dk1">
                <a:tint val="88500"/>
              </a:schemeClr>
            </a:fgClr>
            <a:bgClr>
              <a:schemeClr val="lt1"/>
            </a:bgClr>
          </a:pattFill>
          <a:ln>
            <a:noFill/>
          </a:ln>
          <a:effectLst/>
        </c:spPr>
        <c:marker>
          <c:symbol val="none"/>
        </c:marker>
        <c:dLbl>
          <c:idx val="0"/>
          <c:spPr>
            <a:solidFill>
              <a:sysClr val="windowText" lastClr="000000">
                <a:tint val="88500"/>
                <a:alpha val="70000"/>
              </a:sys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pattFill prst="ltUpDiag">
            <a:fgClr>
              <a:schemeClr val="dk1">
                <a:tint val="88500"/>
              </a:schemeClr>
            </a:fgClr>
            <a:bgClr>
              <a:schemeClr val="lt1"/>
            </a:bgClr>
          </a:pattFill>
          <a:ln>
            <a:noFill/>
          </a:ln>
          <a:effectLst/>
        </c:spPr>
        <c:marker>
          <c:symbol val="none"/>
        </c:marker>
        <c:dLbl>
          <c:idx val="0"/>
          <c:spPr>
            <a:solidFill>
              <a:sysClr val="windowText" lastClr="000000">
                <a:tint val="55000"/>
                <a:alpha val="70000"/>
              </a:sys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pattFill prst="ltUpDiag">
            <a:fgClr>
              <a:schemeClr val="dk1">
                <a:tint val="88500"/>
              </a:schemeClr>
            </a:fgClr>
            <a:bgClr>
              <a:schemeClr val="lt1"/>
            </a:bgClr>
          </a:pattFill>
          <a:ln>
            <a:noFill/>
          </a:ln>
          <a:effectLst/>
        </c:spPr>
        <c:marker>
          <c:symbol val="none"/>
        </c:marker>
        <c:dLbl>
          <c:idx val="0"/>
          <c:spPr>
            <a:solidFill>
              <a:sysClr val="windowText" lastClr="000000">
                <a:tint val="88500"/>
                <a:alpha val="70000"/>
              </a:sys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pattFill prst="ltUpDiag">
            <a:fgClr>
              <a:schemeClr val="dk1">
                <a:tint val="88500"/>
              </a:schemeClr>
            </a:fgClr>
            <a:bgClr>
              <a:schemeClr val="lt1"/>
            </a:bgClr>
          </a:pattFill>
          <a:ln>
            <a:noFill/>
          </a:ln>
          <a:effectLst/>
        </c:spPr>
        <c:marker>
          <c:symbol val="none"/>
        </c:marker>
        <c:dLbl>
          <c:idx val="0"/>
          <c:spPr>
            <a:solidFill>
              <a:sysClr val="windowText" lastClr="000000">
                <a:tint val="88500"/>
                <a:alpha val="70000"/>
              </a:sys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'Q3'!$B$3</c:f>
              <c:strCache>
                <c:ptCount val="1"/>
                <c:pt idx="0">
                  <c:v>Total</c:v>
                </c:pt>
              </c:strCache>
            </c:strRef>
          </c:tx>
          <c:spPr>
            <a:pattFill prst="ltUpDiag">
              <a:fgClr>
                <a:schemeClr val="dk1">
                  <a:tint val="88500"/>
                </a:schemeClr>
              </a:fgClr>
              <a:bgClr>
                <a:schemeClr val="lt1"/>
              </a:bgClr>
            </a:pattFill>
            <a:ln>
              <a:noFill/>
            </a:ln>
            <a:effectLst/>
          </c:spPr>
          <c:invertIfNegative val="0"/>
          <c:cat>
            <c:multiLvlStrRef>
              <c:f>'Q3'!$A$4:$A$14</c:f>
              <c:multiLvlStrCache>
                <c:ptCount val="8"/>
                <c:lvl>
                  <c:pt idx="0">
                    <c:v>Beverages</c:v>
                  </c:pt>
                  <c:pt idx="1">
                    <c:v>Bread and bakery</c:v>
                  </c:pt>
                  <c:pt idx="2">
                    <c:v>Foodgrains and cereals</c:v>
                  </c:pt>
                  <c:pt idx="3">
                    <c:v>Fruit</c:v>
                  </c:pt>
                  <c:pt idx="4">
                    <c:v>Oil and spices</c:v>
                  </c:pt>
                  <c:pt idx="5">
                    <c:v>Vegetables</c:v>
                  </c:pt>
                  <c:pt idx="6">
                    <c:v>Shoes</c:v>
                  </c:pt>
                  <c:pt idx="7">
                    <c:v>Tshirt and Jeans</c:v>
                  </c:pt>
                </c:lvl>
                <c:lvl>
                  <c:pt idx="0">
                    <c:v>Grocery</c:v>
                  </c:pt>
                  <c:pt idx="6">
                    <c:v>Shopping</c:v>
                  </c:pt>
                </c:lvl>
              </c:multiLvlStrCache>
            </c:multiLvlStrRef>
          </c:cat>
          <c:val>
            <c:numRef>
              <c:f>'Q3'!$B$4:$B$14</c:f>
              <c:numCache>
                <c:formatCode>General</c:formatCode>
                <c:ptCount val="8"/>
                <c:pt idx="0">
                  <c:v>1</c:v>
                </c:pt>
                <c:pt idx="1">
                  <c:v>3</c:v>
                </c:pt>
                <c:pt idx="2">
                  <c:v>1</c:v>
                </c:pt>
                <c:pt idx="3">
                  <c:v>4</c:v>
                </c:pt>
                <c:pt idx="4">
                  <c:v>1</c:v>
                </c:pt>
                <c:pt idx="5">
                  <c:v>5</c:v>
                </c:pt>
                <c:pt idx="6">
                  <c:v>1</c:v>
                </c:pt>
                <c:pt idx="7">
                  <c:v>1</c:v>
                </c:pt>
              </c:numCache>
            </c:numRef>
          </c:val>
          <c:extLst>
            <c:ext xmlns:c16="http://schemas.microsoft.com/office/drawing/2014/chart" uri="{C3380CC4-5D6E-409C-BE32-E72D297353CC}">
              <c16:uniqueId val="{00000000-44EE-4F54-940F-4B9A264D966F}"/>
            </c:ext>
          </c:extLst>
        </c:ser>
        <c:dLbls>
          <c:showLegendKey val="0"/>
          <c:showVal val="0"/>
          <c:showCatName val="0"/>
          <c:showSerName val="0"/>
          <c:showPercent val="0"/>
          <c:showBubbleSize val="0"/>
        </c:dLbls>
        <c:gapWidth val="269"/>
        <c:overlap val="-20"/>
        <c:axId val="715384719"/>
        <c:axId val="715382319"/>
      </c:barChart>
      <c:catAx>
        <c:axId val="715384719"/>
        <c:scaling>
          <c:orientation val="minMax"/>
        </c:scaling>
        <c:delete val="0"/>
        <c:axPos val="b"/>
        <c:majorGridlines>
          <c:spPr>
            <a:ln w="9525" cap="flat" cmpd="sng" algn="ctr">
              <a:solidFill>
                <a:schemeClr val="lt1">
                  <a:alpha val="25000"/>
                </a:schemeClr>
              </a:solidFill>
              <a:round/>
            </a:ln>
            <a:effectLst/>
          </c:spPr>
        </c:majorGridlines>
        <c:numFmt formatCode="General" sourceLinked="1"/>
        <c:majorTickMark val="none"/>
        <c:minorTickMark val="none"/>
        <c:tickLblPos val="nextTo"/>
        <c:spPr>
          <a:noFill/>
          <a:ln w="3175" cap="flat" cmpd="sng" algn="ctr">
            <a:solidFill>
              <a:schemeClr val="dk1">
                <a:tint val="88500"/>
                <a:lumMod val="60000"/>
                <a:lumOff val="40000"/>
              </a:schemeClr>
            </a:solidFill>
            <a:round/>
          </a:ln>
          <a:effectLst/>
        </c:spPr>
        <c:txPr>
          <a:bodyPr rot="-60000000" spcFirstLastPara="1" vertOverflow="ellipsis" vert="horz" wrap="square" anchor="ctr" anchorCtr="1"/>
          <a:lstStyle/>
          <a:p>
            <a:pPr>
              <a:defRPr sz="800" b="0" i="0" u="none" strike="noStrike" kern="1200" cap="all" spc="150" normalizeH="0" baseline="0">
                <a:solidFill>
                  <a:schemeClr val="lt1"/>
                </a:solidFill>
                <a:latin typeface="+mn-lt"/>
                <a:ea typeface="+mn-ea"/>
                <a:cs typeface="+mn-cs"/>
              </a:defRPr>
            </a:pPr>
            <a:endParaRPr lang="en-US"/>
          </a:p>
        </c:txPr>
        <c:crossAx val="715382319"/>
        <c:crosses val="autoZero"/>
        <c:auto val="1"/>
        <c:lblAlgn val="ctr"/>
        <c:lblOffset val="100"/>
        <c:noMultiLvlLbl val="0"/>
      </c:catAx>
      <c:valAx>
        <c:axId val="715382319"/>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solidFill>
                <a:latin typeface="+mn-lt"/>
                <a:ea typeface="+mn-ea"/>
                <a:cs typeface="+mn-cs"/>
              </a:defRPr>
            </a:pPr>
            <a:endParaRPr lang="en-US"/>
          </a:p>
        </c:txPr>
        <c:crossAx val="715384719"/>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00B0F0"/>
    </a:solidFill>
    <a:ln w="9525" cap="flat" cmpd="sng" algn="ctr">
      <a:solidFill>
        <a:schemeClr val="dk1">
          <a:tint val="885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[Expense details for June (5).xlsx]Sheet4!PivotTable4</c:name>
    <c:fmtId val="7"/>
  </c:pivotSource>
  <c:chart>
    <c:autoTitleDeleted val="1"/>
    <c:pivotFmts>
      <c:pivotFmt>
        <c:idx val="0"/>
        <c:spPr>
          <a:solidFill>
            <a:schemeClr val="accent1">
              <a:alpha val="88000"/>
            </a:schemeClr>
          </a:solidFill>
          <a:ln>
            <a:solidFill>
              <a:schemeClr val="accent1">
                <a:lumMod val="50000"/>
              </a:schemeClr>
            </a:solidFill>
          </a:ln>
          <a:effectLst/>
          <a:scene3d>
            <a:camera prst="orthographicFront"/>
            <a:lightRig rig="threePt" dir="t"/>
          </a:scene3d>
          <a:sp3d prstMaterial="flat">
            <a:contourClr>
              <a:schemeClr val="accent1">
                <a:lumMod val="50000"/>
              </a:schemeClr>
            </a:contourClr>
          </a:sp3d>
        </c:spPr>
        <c:marker>
          <c:symbol val="none"/>
        </c:marker>
        <c:dLbl>
          <c:idx val="0"/>
          <c:spPr>
            <a:solidFill>
              <a:srgbClr val="5B9BD5">
                <a:alpha val="30000"/>
              </a:srgbClr>
            </a:solidFill>
            <a:ln>
              <a:solidFill>
                <a:sysClr val="window" lastClr="FFFFFF">
                  <a:alpha val="50000"/>
                </a:sysClr>
              </a:solidFill>
              <a:round/>
            </a:ln>
            <a:effectLst>
              <a:outerShdw blurRad="63500" dist="889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dLbl>
          <c:idx val="0"/>
          <c:showLegendKey val="0"/>
          <c:showVal val="1"/>
          <c:showCatName val="0"/>
          <c:showSerName val="0"/>
          <c:showPercent val="0"/>
          <c:showBubbleSize val="0"/>
          <c:extLst>
            <c:ext xmlns:c15="http://schemas.microsoft.com/office/drawing/2012/chart" uri="{CE6537A1-D6FC-4f65-9D91-7224C49458BB}"/>
          </c:extLst>
        </c:dLbl>
      </c:pivotFmt>
      <c:pivotFmt>
        <c:idx val="2"/>
        <c:dLbl>
          <c:idx val="0"/>
          <c:showLegendKey val="0"/>
          <c:showVal val="1"/>
          <c:showCatName val="0"/>
          <c:showSerName val="0"/>
          <c:showPercent val="0"/>
          <c:showBubbleSize val="0"/>
          <c:extLst>
            <c:ext xmlns:c15="http://schemas.microsoft.com/office/drawing/2012/chart" uri="{CE6537A1-D6FC-4f65-9D91-7224C49458BB}"/>
          </c:extLst>
        </c:dLbl>
      </c:pivotFmt>
      <c:pivotFmt>
        <c:idx val="3"/>
        <c:dLbl>
          <c:idx val="0"/>
          <c:showLegendKey val="0"/>
          <c:showVal val="1"/>
          <c:showCatName val="0"/>
          <c:showSerName val="0"/>
          <c:showPercent val="0"/>
          <c:showBubbleSize val="0"/>
          <c:extLst>
            <c:ext xmlns:c15="http://schemas.microsoft.com/office/drawing/2012/chart" uri="{CE6537A1-D6FC-4f65-9D91-7224C49458BB}"/>
          </c:extLst>
        </c:dLbl>
      </c:pivotFmt>
      <c:pivotFmt>
        <c:idx val="4"/>
        <c:dLbl>
          <c:idx val="0"/>
          <c:showLegendKey val="0"/>
          <c:showVal val="1"/>
          <c:showCatName val="0"/>
          <c:showSerName val="0"/>
          <c:showPercent val="0"/>
          <c:showBubbleSize val="0"/>
          <c:extLst>
            <c:ext xmlns:c15="http://schemas.microsoft.com/office/drawing/2012/chart" uri="{CE6537A1-D6FC-4f65-9D91-7224C49458BB}"/>
          </c:extLst>
        </c:dLbl>
      </c:pivotFmt>
      <c:pivotFmt>
        <c:idx val="5"/>
        <c:dLbl>
          <c:idx val="0"/>
          <c:showLegendKey val="0"/>
          <c:showVal val="1"/>
          <c:showCatName val="0"/>
          <c:showSerName val="0"/>
          <c:showPercent val="0"/>
          <c:showBubbleSize val="0"/>
          <c:extLst>
            <c:ext xmlns:c15="http://schemas.microsoft.com/office/drawing/2012/chart" uri="{CE6537A1-D6FC-4f65-9D91-7224C49458BB}"/>
          </c:extLst>
        </c:dLbl>
      </c:pivotFmt>
      <c:pivotFmt>
        <c:idx val="6"/>
        <c:dLbl>
          <c:idx val="0"/>
          <c:showLegendKey val="0"/>
          <c:showVal val="1"/>
          <c:showCatName val="0"/>
          <c:showSerName val="0"/>
          <c:showPercent val="0"/>
          <c:showBubbleSize val="0"/>
          <c:extLst>
            <c:ext xmlns:c15="http://schemas.microsoft.com/office/drawing/2012/chart" uri="{CE6537A1-D6FC-4f65-9D91-7224C49458BB}"/>
          </c:extLst>
        </c:dLbl>
      </c:pivotFmt>
      <c:pivotFmt>
        <c:idx val="7"/>
        <c:dLbl>
          <c:idx val="0"/>
          <c:showLegendKey val="0"/>
          <c:showVal val="1"/>
          <c:showCatName val="0"/>
          <c:showSerName val="0"/>
          <c:showPercent val="0"/>
          <c:showBubbleSize val="0"/>
          <c:extLst>
            <c:ext xmlns:c15="http://schemas.microsoft.com/office/drawing/2012/chart" uri="{CE6537A1-D6FC-4f65-9D91-7224C49458BB}"/>
          </c:extLst>
        </c:dLbl>
      </c:pivotFmt>
      <c:pivotFmt>
        <c:idx val="8"/>
        <c:dLbl>
          <c:idx val="0"/>
          <c:showLegendKey val="0"/>
          <c:showVal val="1"/>
          <c:showCatName val="0"/>
          <c:showSerName val="0"/>
          <c:showPercent val="0"/>
          <c:showBubbleSize val="0"/>
          <c:extLst>
            <c:ext xmlns:c15="http://schemas.microsoft.com/office/drawing/2012/chart" uri="{CE6537A1-D6FC-4f65-9D91-7224C49458BB}"/>
          </c:extLst>
        </c:dLbl>
      </c:pivotFmt>
      <c:pivotFmt>
        <c:idx val="9"/>
        <c:dLbl>
          <c:idx val="0"/>
          <c:showLegendKey val="0"/>
          <c:showVal val="1"/>
          <c:showCatName val="0"/>
          <c:showSerName val="0"/>
          <c:showPercent val="0"/>
          <c:showBubbleSize val="0"/>
          <c:extLst>
            <c:ext xmlns:c15="http://schemas.microsoft.com/office/drawing/2012/chart" uri="{CE6537A1-D6FC-4f65-9D91-7224C49458BB}"/>
          </c:extLst>
        </c:dLbl>
      </c:pivotFmt>
      <c:pivotFmt>
        <c:idx val="10"/>
        <c:dLbl>
          <c:idx val="0"/>
          <c:showLegendKey val="0"/>
          <c:showVal val="1"/>
          <c:showCatName val="0"/>
          <c:showSerName val="0"/>
          <c:showPercent val="0"/>
          <c:showBubbleSize val="0"/>
          <c:extLst>
            <c:ext xmlns:c15="http://schemas.microsoft.com/office/drawing/2012/chart" uri="{CE6537A1-D6FC-4f65-9D91-7224C49458BB}"/>
          </c:extLst>
        </c:dLbl>
      </c:pivotFmt>
      <c:pivotFmt>
        <c:idx val="11"/>
        <c:dLbl>
          <c:idx val="0"/>
          <c:showLegendKey val="0"/>
          <c:showVal val="1"/>
          <c:showCatName val="0"/>
          <c:showSerName val="0"/>
          <c:showPercent val="0"/>
          <c:showBubbleSize val="0"/>
          <c:extLst>
            <c:ext xmlns:c15="http://schemas.microsoft.com/office/drawing/2012/chart" uri="{CE6537A1-D6FC-4f65-9D91-7224C49458BB}"/>
          </c:extLst>
        </c:dLbl>
      </c:pivotFmt>
      <c:pivotFmt>
        <c:idx val="12"/>
        <c:dLbl>
          <c:idx val="0"/>
          <c:showLegendKey val="0"/>
          <c:showVal val="1"/>
          <c:showCatName val="0"/>
          <c:showSerName val="0"/>
          <c:showPercent val="0"/>
          <c:showBubbleSize val="0"/>
          <c:extLst>
            <c:ext xmlns:c15="http://schemas.microsoft.com/office/drawing/2012/chart" uri="{CE6537A1-D6FC-4f65-9D91-7224C49458BB}"/>
          </c:extLst>
        </c:dLbl>
      </c:pivotFmt>
      <c:pivotFmt>
        <c:idx val="13"/>
        <c:dLbl>
          <c:idx val="0"/>
          <c:showLegendKey val="0"/>
          <c:showVal val="1"/>
          <c:showCatName val="0"/>
          <c:showSerName val="0"/>
          <c:showPercent val="0"/>
          <c:showBubbleSize val="0"/>
          <c:extLst>
            <c:ext xmlns:c15="http://schemas.microsoft.com/office/drawing/2012/chart" uri="{CE6537A1-D6FC-4f65-9D91-7224C49458BB}"/>
          </c:extLst>
        </c:dLbl>
      </c:pivotFmt>
      <c:pivotFmt>
        <c:idx val="14"/>
        <c:dLbl>
          <c:idx val="0"/>
          <c:showLegendKey val="0"/>
          <c:showVal val="1"/>
          <c:showCatName val="0"/>
          <c:showSerName val="0"/>
          <c:showPercent val="0"/>
          <c:showBubbleSize val="0"/>
          <c:extLst>
            <c:ext xmlns:c15="http://schemas.microsoft.com/office/drawing/2012/chart" uri="{CE6537A1-D6FC-4f65-9D91-7224C49458BB}"/>
          </c:extLst>
        </c:dLbl>
      </c:pivotFmt>
      <c:pivotFmt>
        <c:idx val="15"/>
        <c:spPr>
          <a:solidFill>
            <a:schemeClr val="accent1">
              <a:alpha val="88000"/>
            </a:schemeClr>
          </a:solidFill>
          <a:ln>
            <a:solidFill>
              <a:schemeClr val="accent1">
                <a:lumMod val="50000"/>
              </a:schemeClr>
            </a:solidFill>
          </a:ln>
          <a:effectLst/>
          <a:scene3d>
            <a:camera prst="orthographicFront"/>
            <a:lightRig rig="threePt" dir="t"/>
          </a:scene3d>
          <a:sp3d prstMaterial="flat">
            <a:contourClr>
              <a:schemeClr val="accent1">
                <a:lumMod val="50000"/>
              </a:schemeClr>
            </a:contourClr>
          </a:sp3d>
        </c:spPr>
        <c:marker>
          <c:symbol val="none"/>
        </c:marker>
        <c:dLbl>
          <c:idx val="0"/>
          <c:spPr>
            <a:solidFill>
              <a:srgbClr val="5B9BD5">
                <a:alpha val="30000"/>
              </a:srgbClr>
            </a:solidFill>
            <a:ln>
              <a:solidFill>
                <a:sysClr val="window" lastClr="FFFFFF">
                  <a:alpha val="50000"/>
                </a:sysClr>
              </a:solidFill>
              <a:round/>
            </a:ln>
            <a:effectLst>
              <a:outerShdw blurRad="63500" dist="889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6"/>
        <c:spPr>
          <a:solidFill>
            <a:schemeClr val="accent1">
              <a:alpha val="88000"/>
            </a:schemeClr>
          </a:solidFill>
          <a:ln>
            <a:solidFill>
              <a:schemeClr val="accent1">
                <a:lumMod val="50000"/>
              </a:schemeClr>
            </a:solidFill>
          </a:ln>
          <a:effectLst/>
          <a:scene3d>
            <a:camera prst="orthographicFront"/>
            <a:lightRig rig="threePt" dir="t"/>
          </a:scene3d>
          <a:sp3d prstMaterial="flat">
            <a:contourClr>
              <a:schemeClr val="accent1">
                <a:lumMod val="50000"/>
              </a:schemeClr>
            </a:contourClr>
          </a:sp3d>
        </c:spPr>
        <c:marker>
          <c:symbol val="none"/>
        </c:marker>
        <c:dLbl>
          <c:idx val="0"/>
          <c:spPr>
            <a:solidFill>
              <a:srgbClr val="5B9BD5">
                <a:alpha val="30000"/>
              </a:srgbClr>
            </a:solidFill>
            <a:ln>
              <a:solidFill>
                <a:sysClr val="window" lastClr="FFFFFF">
                  <a:alpha val="50000"/>
                </a:sysClr>
              </a:solidFill>
              <a:round/>
            </a:ln>
            <a:effectLst>
              <a:outerShdw blurRad="63500" dist="889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solidFill>
          <a:schemeClr val="bg2">
            <a:lumMod val="75000"/>
            <a:alpha val="27000"/>
          </a:schemeClr>
        </a:solid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standard"/>
        <c:varyColors val="0"/>
        <c:ser>
          <c:idx val="0"/>
          <c:order val="0"/>
          <c:tx>
            <c:strRef>
              <c:f>Sheet4!$B$3</c:f>
              <c:strCache>
                <c:ptCount val="1"/>
                <c:pt idx="0">
                  <c:v>Total</c:v>
                </c:pt>
              </c:strCache>
            </c:strRef>
          </c:tx>
          <c:spPr>
            <a:solidFill>
              <a:schemeClr val="accent1">
                <a:alpha val="88000"/>
              </a:schemeClr>
            </a:solidFill>
            <a:ln>
              <a:solidFill>
                <a:schemeClr val="accent1">
                  <a:lumMod val="50000"/>
                </a:schemeClr>
              </a:solidFill>
            </a:ln>
            <a:effectLst/>
            <a:scene3d>
              <a:camera prst="orthographicFront"/>
              <a:lightRig rig="threePt" dir="t"/>
            </a:scene3d>
            <a:sp3d prstMaterial="flat">
              <a:contourClr>
                <a:schemeClr val="accent1">
                  <a:lumMod val="50000"/>
                </a:schemeClr>
              </a:contourClr>
            </a:sp3d>
          </c:spPr>
          <c:invertIfNegative val="0"/>
          <c:dLbls>
            <c:spPr>
              <a:solidFill>
                <a:srgbClr val="5B9BD5">
                  <a:alpha val="30000"/>
                </a:srgbClr>
              </a:solidFill>
              <a:ln>
                <a:solidFill>
                  <a:sysClr val="window" lastClr="FFFFFF">
                    <a:alpha val="50000"/>
                  </a:sysClr>
                </a:solidFill>
                <a:round/>
              </a:ln>
              <a:effectLst>
                <a:outerShdw blurRad="63500" dist="889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50000"/>
                        </a:schemeClr>
                      </a:solidFill>
                      <a:round/>
                    </a:ln>
                    <a:effectLst/>
                  </c:spPr>
                </c15:leaderLines>
              </c:ext>
            </c:extLst>
          </c:dLbls>
          <c:cat>
            <c:strRef>
              <c:f>Sheet4!$A$4:$A$11</c:f>
              <c:strCache>
                <c:ptCount val="7"/>
                <c:pt idx="0">
                  <c:v>Grocery</c:v>
                </c:pt>
                <c:pt idx="1">
                  <c:v>Food</c:v>
                </c:pt>
                <c:pt idx="2">
                  <c:v>Entertainment</c:v>
                </c:pt>
                <c:pt idx="3">
                  <c:v>Ticket and Bills</c:v>
                </c:pt>
                <c:pt idx="4">
                  <c:v>Shopping</c:v>
                </c:pt>
                <c:pt idx="5">
                  <c:v>Doctor and Medicine</c:v>
                </c:pt>
                <c:pt idx="6">
                  <c:v>Miscellaneous</c:v>
                </c:pt>
              </c:strCache>
            </c:strRef>
          </c:cat>
          <c:val>
            <c:numRef>
              <c:f>Sheet4!$B$4:$B$11</c:f>
              <c:numCache>
                <c:formatCode>General</c:formatCode>
                <c:ptCount val="7"/>
                <c:pt idx="0">
                  <c:v>15</c:v>
                </c:pt>
                <c:pt idx="1">
                  <c:v>6</c:v>
                </c:pt>
                <c:pt idx="2">
                  <c:v>4</c:v>
                </c:pt>
                <c:pt idx="3">
                  <c:v>4</c:v>
                </c:pt>
                <c:pt idx="4">
                  <c:v>2</c:v>
                </c:pt>
                <c:pt idx="5">
                  <c:v>1</c:v>
                </c:pt>
                <c:pt idx="6">
                  <c:v>1</c:v>
                </c:pt>
              </c:numCache>
            </c:numRef>
          </c:val>
          <c:extLst>
            <c:ext xmlns:c16="http://schemas.microsoft.com/office/drawing/2014/chart" uri="{C3380CC4-5D6E-409C-BE32-E72D297353CC}">
              <c16:uniqueId val="{00000000-A2E1-479C-8F81-F6763686A950}"/>
            </c:ext>
          </c:extLst>
        </c:ser>
        <c:dLbls>
          <c:showLegendKey val="0"/>
          <c:showVal val="1"/>
          <c:showCatName val="0"/>
          <c:showSerName val="0"/>
          <c:showPercent val="0"/>
          <c:showBubbleSize val="0"/>
        </c:dLbls>
        <c:gapWidth val="84"/>
        <c:gapDepth val="53"/>
        <c:shape val="box"/>
        <c:axId val="376149279"/>
        <c:axId val="715376559"/>
        <c:axId val="800870463"/>
      </c:bar3DChart>
      <c:catAx>
        <c:axId val="376149279"/>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715376559"/>
        <c:crosses val="autoZero"/>
        <c:auto val="1"/>
        <c:lblAlgn val="ctr"/>
        <c:lblOffset val="100"/>
        <c:noMultiLvlLbl val="0"/>
      </c:catAx>
      <c:valAx>
        <c:axId val="715376559"/>
        <c:scaling>
          <c:orientation val="minMax"/>
        </c:scaling>
        <c:delete val="1"/>
        <c:axPos val="l"/>
        <c:numFmt formatCode="General" sourceLinked="1"/>
        <c:majorTickMark val="out"/>
        <c:minorTickMark val="none"/>
        <c:tickLblPos val="nextTo"/>
        <c:crossAx val="376149279"/>
        <c:crosses val="autoZero"/>
        <c:crossBetween val="between"/>
      </c:valAx>
      <c:serAx>
        <c:axId val="800870463"/>
        <c:scaling>
          <c:orientation val="minMax"/>
        </c:scaling>
        <c:delete val="0"/>
        <c:axPos val="b"/>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715376559"/>
        <c:crosses val="autoZero"/>
      </c:serAx>
      <c:dTable>
        <c:showHorzBorder val="1"/>
        <c:showVertBorder val="1"/>
        <c:showOutline val="1"/>
        <c:showKeys val="1"/>
        <c:spPr>
          <a:noFill/>
          <a:ln w="9525">
            <a:solidFill>
              <a:schemeClr val="dk1">
                <a:lumMod val="50000"/>
                <a:lumOff val="50000"/>
              </a:schemeClr>
            </a:solidFill>
          </a:ln>
          <a:effectLst/>
        </c:spPr>
        <c:txPr>
          <a:bodyPr rot="0" spcFirstLastPara="1" vertOverflow="ellipsis" vert="horz" wrap="square" anchor="ctr" anchorCtr="1"/>
          <a:lstStyle/>
          <a:p>
            <a:pPr rtl="0">
              <a:defRPr sz="900" b="0" i="0" u="none" strike="noStrike" kern="1200" baseline="0">
                <a:solidFill>
                  <a:schemeClr val="lt1">
                    <a:lumMod val="75000"/>
                  </a:schemeClr>
                </a:solidFill>
                <a:latin typeface="+mn-lt"/>
                <a:ea typeface="+mn-ea"/>
                <a:cs typeface="+mn-cs"/>
              </a:defRPr>
            </a:pPr>
            <a:endParaRPr lang="en-US"/>
          </a:p>
        </c:txPr>
      </c:dTable>
      <c:spPr>
        <a:solidFill>
          <a:srgbClr val="002060"/>
        </a:solid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dk1">
        <a:lumMod val="75000"/>
        <a:lumOff val="25000"/>
      </a:schemeClr>
    </a:solidFill>
    <a:ln w="6350" cap="flat" cmpd="sng" algn="ctr">
      <a:solidFill>
        <a:schemeClr val="dk1">
          <a:tint val="7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[Expense details for 6 months (6)(AutoRecovered).xlsx]Sheet1!PivotTable5</c:name>
    <c:fmtId val="31"/>
  </c:pivotSource>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IN"/>
              <a:t>Month wise-Expenses Trend</a:t>
            </a:r>
            <a:r>
              <a:rPr lang="en-IN" baseline="0"/>
              <a:t>  </a:t>
            </a:r>
            <a:endParaRPr lang="en-IN"/>
          </a:p>
        </c:rich>
      </c:tx>
      <c:layout>
        <c:manualLayout>
          <c:xMode val="edge"/>
          <c:yMode val="edge"/>
          <c:x val="0.34708487577295288"/>
          <c:y val="9.9693351037373118E-2"/>
        </c:manualLayout>
      </c:layout>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IN"/>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tint val="98000"/>
                  <a:lumMod val="114000"/>
                </a:schemeClr>
              </a:gs>
              <a:gs pos="100000">
                <a:schemeClr val="accent1">
                  <a:shade val="90000"/>
                  <a:lumMod val="84000"/>
                </a:schemeClr>
              </a:gs>
            </a:gsLst>
            <a:lin ang="5400000" scaled="0"/>
          </a:gradFill>
          <a:ln w="34925" cap="rnd">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28577537182852147"/>
          <c:y val="0.25606262758821813"/>
          <c:w val="0.65305752405949258"/>
          <c:h val="0.52644757946923304"/>
        </c:manualLayout>
      </c:layout>
      <c:lineChart>
        <c:grouping val="stacked"/>
        <c:varyColors val="0"/>
        <c:ser>
          <c:idx val="0"/>
          <c:order val="0"/>
          <c:tx>
            <c:strRef>
              <c:f>Sheet1!$B$3</c:f>
              <c:strCache>
                <c:ptCount val="1"/>
                <c:pt idx="0">
                  <c:v>Total</c:v>
                </c:pt>
              </c:strCache>
            </c:strRef>
          </c:tx>
          <c:spPr>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Sheet1!$A$4:$A$10</c:f>
              <c:strCache>
                <c:ptCount val="6"/>
                <c:pt idx="0">
                  <c:v>February</c:v>
                </c:pt>
                <c:pt idx="1">
                  <c:v>April</c:v>
                </c:pt>
                <c:pt idx="2">
                  <c:v>January</c:v>
                </c:pt>
                <c:pt idx="3">
                  <c:v>June</c:v>
                </c:pt>
                <c:pt idx="4">
                  <c:v>May</c:v>
                </c:pt>
                <c:pt idx="5">
                  <c:v>March</c:v>
                </c:pt>
              </c:strCache>
            </c:strRef>
          </c:cat>
          <c:val>
            <c:numRef>
              <c:f>Sheet1!$B$4:$B$10</c:f>
              <c:numCache>
                <c:formatCode>"₹"\ #,##0.00</c:formatCode>
                <c:ptCount val="6"/>
                <c:pt idx="0">
                  <c:v>15620</c:v>
                </c:pt>
                <c:pt idx="1">
                  <c:v>14800</c:v>
                </c:pt>
                <c:pt idx="2">
                  <c:v>13900</c:v>
                </c:pt>
                <c:pt idx="3">
                  <c:v>13560</c:v>
                </c:pt>
                <c:pt idx="4">
                  <c:v>13370</c:v>
                </c:pt>
                <c:pt idx="5">
                  <c:v>13140</c:v>
                </c:pt>
              </c:numCache>
            </c:numRef>
          </c:val>
          <c:smooth val="0"/>
          <c:extLst>
            <c:ext xmlns:c16="http://schemas.microsoft.com/office/drawing/2014/chart" uri="{C3380CC4-5D6E-409C-BE32-E72D297353CC}">
              <c16:uniqueId val="{00000000-0C56-495C-A656-E0E5E3453F5A}"/>
            </c:ext>
          </c:extLst>
        </c:ser>
        <c:dLbls>
          <c:dLblPos val="ctr"/>
          <c:showLegendKey val="0"/>
          <c:showVal val="1"/>
          <c:showCatName val="0"/>
          <c:showSerName val="0"/>
          <c:showPercent val="0"/>
          <c:showBubbleSize val="0"/>
        </c:dLbls>
        <c:marker val="1"/>
        <c:smooth val="0"/>
        <c:axId val="1124178191"/>
        <c:axId val="1124178687"/>
      </c:lineChart>
      <c:catAx>
        <c:axId val="1124178191"/>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24178687"/>
        <c:crosses val="autoZero"/>
        <c:auto val="1"/>
        <c:lblAlgn val="ctr"/>
        <c:lblOffset val="100"/>
        <c:noMultiLvlLbl val="0"/>
      </c:catAx>
      <c:valAx>
        <c:axId val="1124178687"/>
        <c:scaling>
          <c:orientation val="minMax"/>
        </c:scaling>
        <c:delete val="0"/>
        <c:axPos val="l"/>
        <c:majorGridlines>
          <c:spPr>
            <a:ln w="9525" cap="flat" cmpd="sng" algn="ctr">
              <a:solidFill>
                <a:schemeClr val="tx1">
                  <a:lumMod val="15000"/>
                  <a:lumOff val="85000"/>
                </a:schemeClr>
              </a:solidFill>
              <a:round/>
            </a:ln>
            <a:effectLst/>
          </c:spPr>
        </c:majorGridlines>
        <c:numFmt formatCode="&quot;₹&quot;\ #,##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24178191"/>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[Expense details for 6 months (6)(AutoRecovered).xlsx]Sheet2!PivotTable6</c:name>
    <c:fmtId val="5"/>
  </c:pivotSource>
  <c:chart>
    <c:autoTitleDeleted val="1"/>
    <c:pivotFmts>
      <c:pivotFmt>
        <c:idx val="0"/>
        <c:spPr>
          <a:pattFill prst="ltUpDiag">
            <a:fgClr>
              <a:schemeClr val="accent1"/>
            </a:fgClr>
            <a:bgClr>
              <a:schemeClr val="lt1"/>
            </a:bgClr>
          </a:pattFill>
          <a:ln>
            <a:noFill/>
          </a:ln>
          <a:effectLst/>
        </c:spPr>
        <c:marker>
          <c:symbol val="none"/>
        </c:marker>
        <c:dLbl>
          <c:idx val="0"/>
          <c:spPr>
            <a:solidFill>
              <a:srgbClr val="5B9BD5">
                <a:alpha val="70000"/>
              </a:srgb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pattFill prst="ltUpDiag">
            <a:fgClr>
              <a:schemeClr val="accent1"/>
            </a:fgClr>
            <a:bgClr>
              <a:schemeClr val="lt1"/>
            </a:bgClr>
          </a:pattFill>
          <a:ln>
            <a:noFill/>
          </a:ln>
          <a:effectLst/>
        </c:spPr>
        <c:marker>
          <c:symbol val="none"/>
        </c:marker>
        <c:dLbl>
          <c:idx val="0"/>
          <c:spPr>
            <a:solidFill>
              <a:srgbClr val="5B9BD5">
                <a:alpha val="70000"/>
              </a:srgb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pattFill prst="ltUpDiag">
            <a:fgClr>
              <a:schemeClr val="accent1"/>
            </a:fgClr>
            <a:bgClr>
              <a:schemeClr val="lt1"/>
            </a:bgClr>
          </a:pattFill>
          <a:ln>
            <a:noFill/>
          </a:ln>
          <a:effectLst/>
        </c:spPr>
        <c:marker>
          <c:symbol val="none"/>
        </c:marker>
        <c:dLbl>
          <c:idx val="0"/>
          <c:spPr>
            <a:solidFill>
              <a:srgbClr val="5B9BD5">
                <a:alpha val="70000"/>
              </a:srgbClr>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Sheet2!$B$3</c:f>
              <c:strCache>
                <c:ptCount val="1"/>
                <c:pt idx="0">
                  <c:v>Total</c:v>
                </c:pt>
              </c:strCache>
            </c:strRef>
          </c:tx>
          <c:spPr>
            <a:pattFill prst="ltUpDiag">
              <a:fgClr>
                <a:schemeClr val="accent1"/>
              </a:fgClr>
              <a:bgClr>
                <a:schemeClr val="lt1"/>
              </a:bgClr>
            </a:pattFill>
            <a:ln>
              <a:noFill/>
            </a:ln>
            <a:effectLst/>
          </c:spPr>
          <c:invertIfNegative val="0"/>
          <c:cat>
            <c:strRef>
              <c:f>Sheet2!$A$4:$A$11</c:f>
              <c:strCache>
                <c:ptCount val="7"/>
                <c:pt idx="0">
                  <c:v>Grocery</c:v>
                </c:pt>
                <c:pt idx="1">
                  <c:v>Ticket and Bills</c:v>
                </c:pt>
                <c:pt idx="2">
                  <c:v>Entertainment</c:v>
                </c:pt>
                <c:pt idx="3">
                  <c:v>Shopping</c:v>
                </c:pt>
                <c:pt idx="4">
                  <c:v>Miscellaneous</c:v>
                </c:pt>
                <c:pt idx="5">
                  <c:v>Food</c:v>
                </c:pt>
                <c:pt idx="6">
                  <c:v>Doctor and Medicine</c:v>
                </c:pt>
              </c:strCache>
            </c:strRef>
          </c:cat>
          <c:val>
            <c:numRef>
              <c:f>Sheet2!$B$4:$B$11</c:f>
              <c:numCache>
                <c:formatCode>"₹"\ #,##0.00</c:formatCode>
                <c:ptCount val="7"/>
                <c:pt idx="0">
                  <c:v>30990</c:v>
                </c:pt>
                <c:pt idx="1">
                  <c:v>16040</c:v>
                </c:pt>
                <c:pt idx="2">
                  <c:v>12000</c:v>
                </c:pt>
                <c:pt idx="3">
                  <c:v>8700</c:v>
                </c:pt>
                <c:pt idx="4">
                  <c:v>7720</c:v>
                </c:pt>
                <c:pt idx="5">
                  <c:v>4940</c:v>
                </c:pt>
                <c:pt idx="6">
                  <c:v>4000</c:v>
                </c:pt>
              </c:numCache>
            </c:numRef>
          </c:val>
          <c:extLst>
            <c:ext xmlns:c16="http://schemas.microsoft.com/office/drawing/2014/chart" uri="{C3380CC4-5D6E-409C-BE32-E72D297353CC}">
              <c16:uniqueId val="{00000000-5111-4B0D-982E-52905E350121}"/>
            </c:ext>
          </c:extLst>
        </c:ser>
        <c:dLbls>
          <c:showLegendKey val="0"/>
          <c:showVal val="0"/>
          <c:showCatName val="0"/>
          <c:showSerName val="0"/>
          <c:showPercent val="0"/>
          <c:showBubbleSize val="0"/>
        </c:dLbls>
        <c:gapWidth val="269"/>
        <c:overlap val="-20"/>
        <c:axId val="1180341503"/>
        <c:axId val="1124175711"/>
      </c:barChart>
      <c:catAx>
        <c:axId val="1180341503"/>
        <c:scaling>
          <c:orientation val="minMax"/>
        </c:scaling>
        <c:delete val="0"/>
        <c:axPos val="b"/>
        <c:majorGridlines>
          <c:spPr>
            <a:ln w="9525" cap="flat" cmpd="sng" algn="ctr">
              <a:solidFill>
                <a:schemeClr val="lt1">
                  <a:alpha val="25000"/>
                </a:schemeClr>
              </a:solidFill>
              <a:round/>
            </a:ln>
            <a:effectLst/>
          </c:spPr>
        </c:majorGridlines>
        <c:numFmt formatCode="General" sourceLinked="1"/>
        <c:majorTickMark val="none"/>
        <c:minorTickMark val="none"/>
        <c:tickLblPos val="nextTo"/>
        <c:spPr>
          <a:noFill/>
          <a:ln w="3175" cap="flat" cmpd="sng" algn="ctr">
            <a:solidFill>
              <a:schemeClr val="accent1">
                <a:lumMod val="60000"/>
                <a:lumOff val="40000"/>
              </a:schemeClr>
            </a:solidFill>
            <a:round/>
          </a:ln>
          <a:effectLst/>
        </c:spPr>
        <c:txPr>
          <a:bodyPr rot="-60000000" spcFirstLastPara="1" vertOverflow="ellipsis" vert="horz" wrap="square" anchor="ctr" anchorCtr="1"/>
          <a:lstStyle/>
          <a:p>
            <a:pPr>
              <a:defRPr sz="800" b="0" i="0" u="none" strike="noStrike" kern="1200" cap="all" spc="150" normalizeH="0" baseline="0">
                <a:solidFill>
                  <a:schemeClr val="lt1"/>
                </a:solidFill>
                <a:latin typeface="+mn-lt"/>
                <a:ea typeface="+mn-ea"/>
                <a:cs typeface="+mn-cs"/>
              </a:defRPr>
            </a:pPr>
            <a:endParaRPr lang="en-US"/>
          </a:p>
        </c:txPr>
        <c:crossAx val="1124175711"/>
        <c:crosses val="autoZero"/>
        <c:auto val="1"/>
        <c:lblAlgn val="ctr"/>
        <c:lblOffset val="100"/>
        <c:noMultiLvlLbl val="0"/>
      </c:catAx>
      <c:valAx>
        <c:axId val="1124175711"/>
        <c:scaling>
          <c:orientation val="minMax"/>
        </c:scaling>
        <c:delete val="0"/>
        <c:axPos val="l"/>
        <c:numFmt formatCode="&quot;₹&quot;\ #,##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solidFill>
                <a:latin typeface="+mn-lt"/>
                <a:ea typeface="+mn-ea"/>
                <a:cs typeface="+mn-cs"/>
              </a:defRPr>
            </a:pPr>
            <a:endParaRPr lang="en-US"/>
          </a:p>
        </c:txPr>
        <c:crossAx val="1180341503"/>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accent1"/>
    </a:solidFill>
    <a:ln w="9525" cap="flat" cmpd="sng" algn="ctr">
      <a:solidFill>
        <a:schemeClr val="accent1"/>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[Expense details for 6 months- Project part 2.xlsx]Q3!PivotTable7</c:name>
    <c:fmtId val="13"/>
  </c:pivotSource>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15"/>
      <c:rotY val="2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'Q3'!$B$3</c:f>
              <c:strCache>
                <c:ptCount val="1"/>
                <c:pt idx="0">
                  <c:v>Total</c:v>
                </c:pt>
              </c:strCache>
            </c:strRef>
          </c:tx>
          <c:spPr>
            <a:solidFill>
              <a:schemeClr val="accent1"/>
            </a:solidFill>
            <a:ln>
              <a:noFill/>
            </a:ln>
            <a:effectLst/>
            <a:sp3d/>
          </c:spPr>
          <c:invertIfNegative val="0"/>
          <c:cat>
            <c:multiLvlStrRef>
              <c:f>'Q3'!$A$4:$A$22</c:f>
              <c:multiLvlStrCache>
                <c:ptCount val="12"/>
                <c:lvl>
                  <c:pt idx="0">
                    <c:v>Grocery</c:v>
                  </c:pt>
                  <c:pt idx="1">
                    <c:v>Ticket and Bills</c:v>
                  </c:pt>
                  <c:pt idx="2">
                    <c:v>Entertainment</c:v>
                  </c:pt>
                  <c:pt idx="3">
                    <c:v>Grocery</c:v>
                  </c:pt>
                  <c:pt idx="4">
                    <c:v>Grocery</c:v>
                  </c:pt>
                  <c:pt idx="5">
                    <c:v>Ticket and Bills</c:v>
                  </c:pt>
                  <c:pt idx="6">
                    <c:v>Grocery</c:v>
                  </c:pt>
                  <c:pt idx="7">
                    <c:v>Miscellaneous</c:v>
                  </c:pt>
                  <c:pt idx="8">
                    <c:v>Grocery</c:v>
                  </c:pt>
                  <c:pt idx="9">
                    <c:v>Ticket and Bills</c:v>
                  </c:pt>
                  <c:pt idx="10">
                    <c:v>Grocery</c:v>
                  </c:pt>
                  <c:pt idx="11">
                    <c:v>Shopping</c:v>
                  </c:pt>
                </c:lvl>
                <c:lvl>
                  <c:pt idx="0">
                    <c:v>January</c:v>
                  </c:pt>
                  <c:pt idx="2">
                    <c:v>February</c:v>
                  </c:pt>
                  <c:pt idx="4">
                    <c:v>March</c:v>
                  </c:pt>
                  <c:pt idx="6">
                    <c:v>April</c:v>
                  </c:pt>
                  <c:pt idx="8">
                    <c:v>May</c:v>
                  </c:pt>
                  <c:pt idx="10">
                    <c:v>June</c:v>
                  </c:pt>
                </c:lvl>
              </c:multiLvlStrCache>
            </c:multiLvlStrRef>
          </c:cat>
          <c:val>
            <c:numRef>
              <c:f>'Q3'!$B$4:$B$22</c:f>
              <c:numCache>
                <c:formatCode>General</c:formatCode>
                <c:ptCount val="12"/>
                <c:pt idx="0">
                  <c:v>4500</c:v>
                </c:pt>
                <c:pt idx="1">
                  <c:v>2650</c:v>
                </c:pt>
                <c:pt idx="2">
                  <c:v>7500</c:v>
                </c:pt>
                <c:pt idx="3">
                  <c:v>4300</c:v>
                </c:pt>
                <c:pt idx="4">
                  <c:v>6090</c:v>
                </c:pt>
                <c:pt idx="5">
                  <c:v>2750</c:v>
                </c:pt>
                <c:pt idx="6">
                  <c:v>5460</c:v>
                </c:pt>
                <c:pt idx="7">
                  <c:v>3500</c:v>
                </c:pt>
                <c:pt idx="8">
                  <c:v>5950</c:v>
                </c:pt>
                <c:pt idx="9">
                  <c:v>2670</c:v>
                </c:pt>
                <c:pt idx="10">
                  <c:v>4690</c:v>
                </c:pt>
                <c:pt idx="11">
                  <c:v>3500</c:v>
                </c:pt>
              </c:numCache>
            </c:numRef>
          </c:val>
          <c:extLst>
            <c:ext xmlns:c16="http://schemas.microsoft.com/office/drawing/2014/chart" uri="{C3380CC4-5D6E-409C-BE32-E72D297353CC}">
              <c16:uniqueId val="{00000000-BC11-4E66-8AE5-06A1960898B4}"/>
            </c:ext>
          </c:extLst>
        </c:ser>
        <c:dLbls>
          <c:showLegendKey val="0"/>
          <c:showVal val="0"/>
          <c:showCatName val="0"/>
          <c:showSerName val="0"/>
          <c:showPercent val="0"/>
          <c:showBubbleSize val="0"/>
        </c:dLbls>
        <c:gapWidth val="219"/>
        <c:shape val="box"/>
        <c:axId val="821186959"/>
        <c:axId val="821188447"/>
        <c:axId val="0"/>
      </c:bar3DChart>
      <c:catAx>
        <c:axId val="8211869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21188447"/>
        <c:crosses val="autoZero"/>
        <c:auto val="1"/>
        <c:lblAlgn val="ctr"/>
        <c:lblOffset val="100"/>
        <c:noMultiLvlLbl val="0"/>
      </c:catAx>
      <c:valAx>
        <c:axId val="82118844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21186959"/>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[Expense details for 6 months (6)(AutoRecovered).xlsx]Sheet6!PivotTable2</c:name>
    <c:fmtId val="8"/>
  </c:pivotSource>
  <c:chart>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dLbl>
          <c:idx val="0"/>
          <c:showLegendKey val="0"/>
          <c:showVal val="0"/>
          <c:showCatName val="0"/>
          <c:showSerName val="0"/>
          <c:showPercent val="0"/>
          <c:showBubbleSize val="0"/>
          <c:extLst>
            <c:ext xmlns:c15="http://schemas.microsoft.com/office/drawing/2012/chart" uri="{CE6537A1-D6FC-4f65-9D91-7224C49458BB}"/>
          </c:extLst>
        </c:dLbl>
      </c:pivotFmt>
      <c:pivotFmt>
        <c:idx val="3"/>
        <c:dLbl>
          <c:idx val="0"/>
          <c:showLegendKey val="0"/>
          <c:showVal val="0"/>
          <c:showCatName val="0"/>
          <c:showSerName val="0"/>
          <c:showPercent val="0"/>
          <c:showBubbleSize val="0"/>
          <c:extLst>
            <c:ext xmlns:c15="http://schemas.microsoft.com/office/drawing/2012/chart" uri="{CE6537A1-D6FC-4f65-9D91-7224C49458BB}"/>
          </c:extLst>
        </c:dLbl>
      </c:pivotFmt>
      <c:pivotFmt>
        <c:idx val="4"/>
        <c:dLbl>
          <c:idx val="0"/>
          <c:showLegendKey val="0"/>
          <c:showVal val="0"/>
          <c:showCatName val="0"/>
          <c:showSerName val="0"/>
          <c:showPercent val="0"/>
          <c:showBubbleSize val="0"/>
          <c:extLst>
            <c:ext xmlns:c15="http://schemas.microsoft.com/office/drawing/2012/chart" uri="{CE6537A1-D6FC-4f65-9D91-7224C49458BB}"/>
          </c:extLst>
        </c:dLbl>
      </c:pivotFmt>
      <c:pivotFmt>
        <c:idx val="5"/>
        <c:dLbl>
          <c:idx val="0"/>
          <c:showLegendKey val="0"/>
          <c:showVal val="0"/>
          <c:showCatName val="0"/>
          <c:showSerName val="0"/>
          <c:showPercent val="0"/>
          <c:showBubbleSize val="0"/>
          <c:extLst>
            <c:ext xmlns:c15="http://schemas.microsoft.com/office/drawing/2012/chart" uri="{CE6537A1-D6FC-4f65-9D91-7224C49458BB}"/>
          </c:extLst>
        </c:dLbl>
      </c:pivotFmt>
      <c:pivotFmt>
        <c:idx val="6"/>
        <c:dLbl>
          <c:idx val="0"/>
          <c:showLegendKey val="0"/>
          <c:showVal val="0"/>
          <c:showCatName val="0"/>
          <c:showSerName val="0"/>
          <c:showPercent val="0"/>
          <c:showBubbleSize val="0"/>
          <c:extLst>
            <c:ext xmlns:c15="http://schemas.microsoft.com/office/drawing/2012/chart" uri="{CE6537A1-D6FC-4f65-9D91-7224C49458BB}"/>
          </c:extLst>
        </c:dLbl>
      </c:pivotFmt>
      <c:pivotFmt>
        <c:idx val="7"/>
        <c:dLbl>
          <c:idx val="0"/>
          <c:showLegendKey val="0"/>
          <c:showVal val="0"/>
          <c:showCatName val="0"/>
          <c:showSerName val="0"/>
          <c:showPercent val="0"/>
          <c:showBubbleSize val="0"/>
          <c:extLst>
            <c:ext xmlns:c15="http://schemas.microsoft.com/office/drawing/2012/chart" uri="{CE6537A1-D6FC-4f65-9D91-7224C49458BB}"/>
          </c:extLst>
        </c:dLbl>
      </c:pivotFmt>
      <c:pivotFmt>
        <c:idx val="8"/>
        <c:dLbl>
          <c:idx val="0"/>
          <c:showLegendKey val="0"/>
          <c:showVal val="0"/>
          <c:showCatName val="0"/>
          <c:showSerName val="0"/>
          <c:showPercent val="0"/>
          <c:showBubbleSize val="0"/>
          <c:extLst>
            <c:ext xmlns:c15="http://schemas.microsoft.com/office/drawing/2012/chart" uri="{CE6537A1-D6FC-4f65-9D91-7224C49458BB}"/>
          </c:extLst>
        </c:dLbl>
      </c:pivotFmt>
      <c:pivotFmt>
        <c:idx val="9"/>
        <c:dLbl>
          <c:idx val="0"/>
          <c:showLegendKey val="0"/>
          <c:showVal val="0"/>
          <c:showCatName val="0"/>
          <c:showSerName val="0"/>
          <c:showPercent val="0"/>
          <c:showBubbleSize val="0"/>
          <c:extLst>
            <c:ext xmlns:c15="http://schemas.microsoft.com/office/drawing/2012/chart" uri="{CE6537A1-D6FC-4f65-9D91-7224C49458BB}"/>
          </c:extLst>
        </c:dLbl>
      </c:pivotFmt>
      <c:pivotFmt>
        <c:idx val="10"/>
        <c:dLbl>
          <c:idx val="0"/>
          <c:showLegendKey val="0"/>
          <c:showVal val="0"/>
          <c:showCatName val="0"/>
          <c:showSerName val="0"/>
          <c:showPercent val="0"/>
          <c:showBubbleSize val="0"/>
          <c:extLst>
            <c:ext xmlns:c15="http://schemas.microsoft.com/office/drawing/2012/chart" uri="{CE6537A1-D6FC-4f65-9D91-7224C49458BB}"/>
          </c:extLst>
        </c:dLbl>
      </c:pivotFmt>
      <c:pivotFmt>
        <c:idx val="11"/>
        <c:spPr>
          <a:pattFill prst="ltDnDiag">
            <a:fgClr>
              <a:schemeClr val="accent1"/>
            </a:fgClr>
            <a:bgClr>
              <a:schemeClr val="accent1">
                <a:lumMod val="20000"/>
                <a:lumOff val="80000"/>
              </a:schemeClr>
            </a:bgClr>
          </a:pattFill>
          <a:ln>
            <a:solidFill>
              <a:schemeClr val="accent1"/>
            </a:solidFill>
          </a:ln>
          <a:effectLst/>
          <a:sp3d>
            <a:contourClr>
              <a:schemeClr val="accen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pattFill prst="ltDnDiag">
            <a:fgClr>
              <a:schemeClr val="accent1"/>
            </a:fgClr>
            <a:bgClr>
              <a:schemeClr val="accent1">
                <a:lumMod val="20000"/>
                <a:lumOff val="80000"/>
              </a:schemeClr>
            </a:bgClr>
          </a:pattFill>
          <a:ln>
            <a:solidFill>
              <a:schemeClr val="accent1"/>
            </a:solidFill>
          </a:ln>
          <a:effectLst/>
          <a:sp3d>
            <a:contourClr>
              <a:schemeClr val="accen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pattFill prst="ltDnDiag">
            <a:fgClr>
              <a:schemeClr val="accent1"/>
            </a:fgClr>
            <a:bgClr>
              <a:schemeClr val="accent1">
                <a:lumMod val="20000"/>
                <a:lumOff val="80000"/>
              </a:schemeClr>
            </a:bgClr>
          </a:pattFill>
          <a:ln>
            <a:solidFill>
              <a:schemeClr val="accent1"/>
            </a:solidFill>
          </a:ln>
          <a:effectLst/>
          <a:sp3d>
            <a:contourClr>
              <a:schemeClr val="accen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pattFill prst="ltDnDiag">
            <a:fgClr>
              <a:schemeClr val="accent1"/>
            </a:fgClr>
            <a:bgClr>
              <a:schemeClr val="accent1">
                <a:lumMod val="20000"/>
                <a:lumOff val="80000"/>
              </a:schemeClr>
            </a:bgClr>
          </a:pattFill>
          <a:ln>
            <a:solidFill>
              <a:schemeClr val="accent1"/>
            </a:solidFill>
          </a:ln>
          <a:effectLst/>
          <a:sp3d>
            <a:contourClr>
              <a:schemeClr val="accen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pattFill prst="ltDnDiag">
            <a:fgClr>
              <a:schemeClr val="accent1"/>
            </a:fgClr>
            <a:bgClr>
              <a:schemeClr val="accent1">
                <a:lumMod val="20000"/>
                <a:lumOff val="80000"/>
              </a:schemeClr>
            </a:bgClr>
          </a:pattFill>
          <a:ln>
            <a:solidFill>
              <a:schemeClr val="accent1"/>
            </a:solidFill>
          </a:ln>
          <a:effectLst/>
          <a:sp3d>
            <a:contourClr>
              <a:schemeClr val="accen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pattFill prst="ltDnDiag">
            <a:fgClr>
              <a:schemeClr val="accent1"/>
            </a:fgClr>
            <a:bgClr>
              <a:schemeClr val="accent1">
                <a:lumMod val="20000"/>
                <a:lumOff val="80000"/>
              </a:schemeClr>
            </a:bgClr>
          </a:pattFill>
          <a:ln>
            <a:solidFill>
              <a:schemeClr val="accent1"/>
            </a:solidFill>
          </a:ln>
          <a:effectLst/>
          <a:sp3d>
            <a:contourClr>
              <a:schemeClr val="accen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pattFill prst="ltDnDiag">
            <a:fgClr>
              <a:schemeClr val="accent1"/>
            </a:fgClr>
            <a:bgClr>
              <a:schemeClr val="accent1">
                <a:lumMod val="20000"/>
                <a:lumOff val="80000"/>
              </a:schemeClr>
            </a:bgClr>
          </a:pattFill>
          <a:ln>
            <a:solidFill>
              <a:schemeClr val="accent1"/>
            </a:solidFill>
          </a:ln>
          <a:effectLst/>
          <a:sp3d>
            <a:contourClr>
              <a:schemeClr val="accen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pattFill prst="ltDnDiag">
            <a:fgClr>
              <a:schemeClr val="accent1"/>
            </a:fgClr>
            <a:bgClr>
              <a:schemeClr val="accent1">
                <a:lumMod val="20000"/>
                <a:lumOff val="80000"/>
              </a:schemeClr>
            </a:bgClr>
          </a:pattFill>
          <a:ln>
            <a:solidFill>
              <a:schemeClr val="accent1"/>
            </a:solidFill>
          </a:ln>
          <a:effectLst/>
          <a:sp3d>
            <a:contourClr>
              <a:schemeClr val="accen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pattFill prst="ltDnDiag">
            <a:fgClr>
              <a:schemeClr val="accent1"/>
            </a:fgClr>
            <a:bgClr>
              <a:schemeClr val="accent1">
                <a:lumMod val="20000"/>
                <a:lumOff val="80000"/>
              </a:schemeClr>
            </a:bgClr>
          </a:pattFill>
          <a:ln>
            <a:solidFill>
              <a:schemeClr val="accent1"/>
            </a:solidFill>
          </a:ln>
          <a:effectLst/>
          <a:sp3d>
            <a:contourClr>
              <a:schemeClr val="accen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pattFill prst="ltDnDiag">
            <a:fgClr>
              <a:schemeClr val="accent1"/>
            </a:fgClr>
            <a:bgClr>
              <a:schemeClr val="accent1">
                <a:lumMod val="20000"/>
                <a:lumOff val="80000"/>
              </a:schemeClr>
            </a:bgClr>
          </a:pattFill>
          <a:ln>
            <a:solidFill>
              <a:schemeClr val="accent1"/>
            </a:solidFill>
          </a:ln>
          <a:effectLst/>
          <a:sp3d>
            <a:contourClr>
              <a:schemeClr val="accen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
        <c:spPr>
          <a:pattFill prst="ltDnDiag">
            <a:fgClr>
              <a:schemeClr val="accent1"/>
            </a:fgClr>
            <a:bgClr>
              <a:schemeClr val="accent1">
                <a:lumMod val="20000"/>
                <a:lumOff val="80000"/>
              </a:schemeClr>
            </a:bgClr>
          </a:pattFill>
          <a:ln>
            <a:solidFill>
              <a:schemeClr val="accent1"/>
            </a:solidFill>
          </a:ln>
          <a:effectLst/>
          <a:sp3d>
            <a:contourClr>
              <a:schemeClr val="accen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pattFill prst="ltDnDiag">
            <a:fgClr>
              <a:schemeClr val="accent1"/>
            </a:fgClr>
            <a:bgClr>
              <a:schemeClr val="accent1">
                <a:lumMod val="20000"/>
                <a:lumOff val="80000"/>
              </a:schemeClr>
            </a:bgClr>
          </a:pattFill>
          <a:ln>
            <a:solidFill>
              <a:schemeClr val="accent1"/>
            </a:solidFill>
          </a:ln>
          <a:effectLst/>
          <a:sp3d>
            <a:contourClr>
              <a:schemeClr val="accen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
        <c:spPr>
          <a:pattFill prst="ltDnDiag">
            <a:fgClr>
              <a:schemeClr val="accent1"/>
            </a:fgClr>
            <a:bgClr>
              <a:schemeClr val="accent1">
                <a:lumMod val="20000"/>
                <a:lumOff val="80000"/>
              </a:schemeClr>
            </a:bgClr>
          </a:pattFill>
          <a:ln>
            <a:solidFill>
              <a:schemeClr val="accent1"/>
            </a:solidFill>
          </a:ln>
          <a:effectLst/>
          <a:sp3d>
            <a:contourClr>
              <a:schemeClr val="accen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
        <c:spPr>
          <a:pattFill prst="ltDnDiag">
            <a:fgClr>
              <a:schemeClr val="accent1"/>
            </a:fgClr>
            <a:bgClr>
              <a:schemeClr val="accent1">
                <a:lumMod val="20000"/>
                <a:lumOff val="80000"/>
              </a:schemeClr>
            </a:bgClr>
          </a:pattFill>
          <a:ln>
            <a:solidFill>
              <a:schemeClr val="accent1"/>
            </a:solidFill>
          </a:ln>
          <a:effectLst/>
          <a:sp3d>
            <a:contourClr>
              <a:schemeClr val="accen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5"/>
        <c:spPr>
          <a:pattFill prst="ltDnDiag">
            <a:fgClr>
              <a:schemeClr val="accent1"/>
            </a:fgClr>
            <a:bgClr>
              <a:schemeClr val="accent1">
                <a:lumMod val="20000"/>
                <a:lumOff val="80000"/>
              </a:schemeClr>
            </a:bgClr>
          </a:pattFill>
          <a:ln>
            <a:solidFill>
              <a:schemeClr val="accent1"/>
            </a:solidFill>
          </a:ln>
          <a:effectLst/>
          <a:sp3d>
            <a:contourClr>
              <a:schemeClr val="accen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6"/>
        <c:spPr>
          <a:pattFill prst="ltDnDiag">
            <a:fgClr>
              <a:schemeClr val="accent1"/>
            </a:fgClr>
            <a:bgClr>
              <a:schemeClr val="accent1">
                <a:lumMod val="20000"/>
                <a:lumOff val="80000"/>
              </a:schemeClr>
            </a:bgClr>
          </a:pattFill>
          <a:ln>
            <a:solidFill>
              <a:schemeClr val="accent1"/>
            </a:solidFill>
          </a:ln>
          <a:effectLst/>
          <a:sp3d>
            <a:contourClr>
              <a:schemeClr val="accen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7"/>
        <c:spPr>
          <a:pattFill prst="ltDnDiag">
            <a:fgClr>
              <a:schemeClr val="accent1"/>
            </a:fgClr>
            <a:bgClr>
              <a:schemeClr val="accent1">
                <a:lumMod val="20000"/>
                <a:lumOff val="80000"/>
              </a:schemeClr>
            </a:bgClr>
          </a:pattFill>
          <a:ln>
            <a:solidFill>
              <a:schemeClr val="accent1"/>
            </a:solidFill>
          </a:ln>
          <a:effectLst/>
          <a:sp3d>
            <a:contourClr>
              <a:schemeClr val="accen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8"/>
        <c:spPr>
          <a:pattFill prst="ltDnDiag">
            <a:fgClr>
              <a:schemeClr val="accent1"/>
            </a:fgClr>
            <a:bgClr>
              <a:schemeClr val="accent1">
                <a:lumMod val="20000"/>
                <a:lumOff val="80000"/>
              </a:schemeClr>
            </a:bgClr>
          </a:pattFill>
          <a:ln>
            <a:solidFill>
              <a:schemeClr val="accent1"/>
            </a:solidFill>
          </a:ln>
          <a:effectLst/>
          <a:sp3d>
            <a:contourClr>
              <a:schemeClr val="accen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view3D>
      <c:rotX val="10"/>
      <c:rotY val="0"/>
      <c:depthPercent val="100"/>
      <c:rAngAx val="0"/>
    </c:view3D>
    <c:floor>
      <c:thickness val="0"/>
      <c:spPr>
        <a:solidFill>
          <a:schemeClr val="lt1"/>
        </a:solid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Sheet6!$B$4:$B$5</c:f>
              <c:strCache>
                <c:ptCount val="1"/>
                <c:pt idx="0">
                  <c:v>January</c:v>
                </c:pt>
              </c:strCache>
            </c:strRef>
          </c:tx>
          <c:spPr>
            <a:pattFill prst="ltDnDiag">
              <a:fgClr>
                <a:schemeClr val="accent1"/>
              </a:fgClr>
              <a:bgClr>
                <a:schemeClr val="accent1">
                  <a:lumMod val="20000"/>
                  <a:lumOff val="80000"/>
                </a:schemeClr>
              </a:bgClr>
            </a:pattFill>
            <a:ln>
              <a:solidFill>
                <a:schemeClr val="accent1"/>
              </a:solidFill>
            </a:ln>
            <a:effectLst/>
            <a:sp3d>
              <a:contourClr>
                <a:schemeClr val="accent1"/>
              </a:contourClr>
            </a:sp3d>
          </c:spPr>
          <c:invertIfNegative val="0"/>
          <c:cat>
            <c:strRef>
              <c:f>Sheet6!$A$6:$A$15</c:f>
              <c:strCache>
                <c:ptCount val="9"/>
                <c:pt idx="0">
                  <c:v>Chips and fries</c:v>
                </c:pt>
                <c:pt idx="1">
                  <c:v>Dining out</c:v>
                </c:pt>
                <c:pt idx="2">
                  <c:v>Movie</c:v>
                </c:pt>
                <c:pt idx="3">
                  <c:v>North Bengal Trip</c:v>
                </c:pt>
                <c:pt idx="4">
                  <c:v>Online Food order</c:v>
                </c:pt>
                <c:pt idx="5">
                  <c:v>Outing with friends</c:v>
                </c:pt>
                <c:pt idx="6">
                  <c:v>Shirts</c:v>
                </c:pt>
                <c:pt idx="7">
                  <c:v>Shoes</c:v>
                </c:pt>
                <c:pt idx="8">
                  <c:v>Tshirt and Jeans</c:v>
                </c:pt>
              </c:strCache>
            </c:strRef>
          </c:cat>
          <c:val>
            <c:numRef>
              <c:f>Sheet6!$B$6:$B$15</c:f>
              <c:numCache>
                <c:formatCode>General</c:formatCode>
                <c:ptCount val="9"/>
                <c:pt idx="0">
                  <c:v>260</c:v>
                </c:pt>
                <c:pt idx="1">
                  <c:v>1000</c:v>
                </c:pt>
                <c:pt idx="2">
                  <c:v>250</c:v>
                </c:pt>
                <c:pt idx="4">
                  <c:v>640</c:v>
                </c:pt>
                <c:pt idx="6">
                  <c:v>2000</c:v>
                </c:pt>
              </c:numCache>
            </c:numRef>
          </c:val>
          <c:extLst>
            <c:ext xmlns:c16="http://schemas.microsoft.com/office/drawing/2014/chart" uri="{C3380CC4-5D6E-409C-BE32-E72D297353CC}">
              <c16:uniqueId val="{00000000-CF5A-43BF-98D7-737297073BD8}"/>
            </c:ext>
          </c:extLst>
        </c:ser>
        <c:ser>
          <c:idx val="1"/>
          <c:order val="1"/>
          <c:tx>
            <c:strRef>
              <c:f>Sheet6!$C$4:$C$5</c:f>
              <c:strCache>
                <c:ptCount val="1"/>
                <c:pt idx="0">
                  <c:v>February</c:v>
                </c:pt>
              </c:strCache>
            </c:strRef>
          </c:tx>
          <c:spPr>
            <a:pattFill prst="ltDnDiag">
              <a:fgClr>
                <a:schemeClr val="accent2"/>
              </a:fgClr>
              <a:bgClr>
                <a:schemeClr val="accent2">
                  <a:lumMod val="20000"/>
                  <a:lumOff val="80000"/>
                </a:schemeClr>
              </a:bgClr>
            </a:pattFill>
            <a:ln>
              <a:solidFill>
                <a:schemeClr val="accent2"/>
              </a:solidFill>
            </a:ln>
            <a:effectLst/>
            <a:sp3d>
              <a:contourClr>
                <a:schemeClr val="accent2"/>
              </a:contourClr>
            </a:sp3d>
          </c:spPr>
          <c:invertIfNegative val="0"/>
          <c:cat>
            <c:strRef>
              <c:f>Sheet6!$A$6:$A$15</c:f>
              <c:strCache>
                <c:ptCount val="9"/>
                <c:pt idx="0">
                  <c:v>Chips and fries</c:v>
                </c:pt>
                <c:pt idx="1">
                  <c:v>Dining out</c:v>
                </c:pt>
                <c:pt idx="2">
                  <c:v>Movie</c:v>
                </c:pt>
                <c:pt idx="3">
                  <c:v>North Bengal Trip</c:v>
                </c:pt>
                <c:pt idx="4">
                  <c:v>Online Food order</c:v>
                </c:pt>
                <c:pt idx="5">
                  <c:v>Outing with friends</c:v>
                </c:pt>
                <c:pt idx="6">
                  <c:v>Shirts</c:v>
                </c:pt>
                <c:pt idx="7">
                  <c:v>Shoes</c:v>
                </c:pt>
                <c:pt idx="8">
                  <c:v>Tshirt and Jeans</c:v>
                </c:pt>
              </c:strCache>
            </c:strRef>
          </c:cat>
          <c:val>
            <c:numRef>
              <c:f>Sheet6!$C$6:$C$15</c:f>
              <c:numCache>
                <c:formatCode>General</c:formatCode>
                <c:ptCount val="9"/>
                <c:pt idx="3">
                  <c:v>7500</c:v>
                </c:pt>
              </c:numCache>
            </c:numRef>
          </c:val>
          <c:extLst>
            <c:ext xmlns:c16="http://schemas.microsoft.com/office/drawing/2014/chart" uri="{C3380CC4-5D6E-409C-BE32-E72D297353CC}">
              <c16:uniqueId val="{00000001-CF5A-43BF-98D7-737297073BD8}"/>
            </c:ext>
          </c:extLst>
        </c:ser>
        <c:ser>
          <c:idx val="2"/>
          <c:order val="2"/>
          <c:tx>
            <c:strRef>
              <c:f>Sheet6!$D$4:$D$5</c:f>
              <c:strCache>
                <c:ptCount val="1"/>
                <c:pt idx="0">
                  <c:v>March</c:v>
                </c:pt>
              </c:strCache>
            </c:strRef>
          </c:tx>
          <c:spPr>
            <a:pattFill prst="ltDnDiag">
              <a:fgClr>
                <a:schemeClr val="accent3"/>
              </a:fgClr>
              <a:bgClr>
                <a:schemeClr val="accent3">
                  <a:lumMod val="20000"/>
                  <a:lumOff val="80000"/>
                </a:schemeClr>
              </a:bgClr>
            </a:pattFill>
            <a:ln>
              <a:solidFill>
                <a:schemeClr val="accent3"/>
              </a:solidFill>
            </a:ln>
            <a:effectLst/>
            <a:sp3d>
              <a:contourClr>
                <a:schemeClr val="accent3"/>
              </a:contourClr>
            </a:sp3d>
          </c:spPr>
          <c:invertIfNegative val="0"/>
          <c:cat>
            <c:strRef>
              <c:f>Sheet6!$A$6:$A$15</c:f>
              <c:strCache>
                <c:ptCount val="9"/>
                <c:pt idx="0">
                  <c:v>Chips and fries</c:v>
                </c:pt>
                <c:pt idx="1">
                  <c:v>Dining out</c:v>
                </c:pt>
                <c:pt idx="2">
                  <c:v>Movie</c:v>
                </c:pt>
                <c:pt idx="3">
                  <c:v>North Bengal Trip</c:v>
                </c:pt>
                <c:pt idx="4">
                  <c:v>Online Food order</c:v>
                </c:pt>
                <c:pt idx="5">
                  <c:v>Outing with friends</c:v>
                </c:pt>
                <c:pt idx="6">
                  <c:v>Shirts</c:v>
                </c:pt>
                <c:pt idx="7">
                  <c:v>Shoes</c:v>
                </c:pt>
                <c:pt idx="8">
                  <c:v>Tshirt and Jeans</c:v>
                </c:pt>
              </c:strCache>
            </c:strRef>
          </c:cat>
          <c:val>
            <c:numRef>
              <c:f>Sheet6!$D$6:$D$15</c:f>
              <c:numCache>
                <c:formatCode>General</c:formatCode>
                <c:ptCount val="9"/>
                <c:pt idx="1">
                  <c:v>800</c:v>
                </c:pt>
                <c:pt idx="2">
                  <c:v>500</c:v>
                </c:pt>
                <c:pt idx="7">
                  <c:v>1700</c:v>
                </c:pt>
              </c:numCache>
            </c:numRef>
          </c:val>
          <c:extLst>
            <c:ext xmlns:c16="http://schemas.microsoft.com/office/drawing/2014/chart" uri="{C3380CC4-5D6E-409C-BE32-E72D297353CC}">
              <c16:uniqueId val="{00000002-CF5A-43BF-98D7-737297073BD8}"/>
            </c:ext>
          </c:extLst>
        </c:ser>
        <c:ser>
          <c:idx val="3"/>
          <c:order val="3"/>
          <c:tx>
            <c:strRef>
              <c:f>Sheet6!$E$4:$E$5</c:f>
              <c:strCache>
                <c:ptCount val="1"/>
                <c:pt idx="0">
                  <c:v>April</c:v>
                </c:pt>
              </c:strCache>
            </c:strRef>
          </c:tx>
          <c:spPr>
            <a:pattFill prst="ltDnDiag">
              <a:fgClr>
                <a:schemeClr val="accent4"/>
              </a:fgClr>
              <a:bgClr>
                <a:schemeClr val="accent4">
                  <a:lumMod val="20000"/>
                  <a:lumOff val="80000"/>
                </a:schemeClr>
              </a:bgClr>
            </a:pattFill>
            <a:ln>
              <a:solidFill>
                <a:schemeClr val="accent4"/>
              </a:solidFill>
            </a:ln>
            <a:effectLst/>
            <a:sp3d>
              <a:contourClr>
                <a:schemeClr val="accent4"/>
              </a:contourClr>
            </a:sp3d>
          </c:spPr>
          <c:invertIfNegative val="0"/>
          <c:cat>
            <c:strRef>
              <c:f>Sheet6!$A$6:$A$15</c:f>
              <c:strCache>
                <c:ptCount val="9"/>
                <c:pt idx="0">
                  <c:v>Chips and fries</c:v>
                </c:pt>
                <c:pt idx="1">
                  <c:v>Dining out</c:v>
                </c:pt>
                <c:pt idx="2">
                  <c:v>Movie</c:v>
                </c:pt>
                <c:pt idx="3">
                  <c:v>North Bengal Trip</c:v>
                </c:pt>
                <c:pt idx="4">
                  <c:v>Online Food order</c:v>
                </c:pt>
                <c:pt idx="5">
                  <c:v>Outing with friends</c:v>
                </c:pt>
                <c:pt idx="6">
                  <c:v>Shirts</c:v>
                </c:pt>
                <c:pt idx="7">
                  <c:v>Shoes</c:v>
                </c:pt>
                <c:pt idx="8">
                  <c:v>Tshirt and Jeans</c:v>
                </c:pt>
              </c:strCache>
            </c:strRef>
          </c:cat>
          <c:val>
            <c:numRef>
              <c:f>Sheet6!$E$6:$E$15</c:f>
              <c:numCache>
                <c:formatCode>General</c:formatCode>
                <c:ptCount val="9"/>
                <c:pt idx="1">
                  <c:v>850</c:v>
                </c:pt>
                <c:pt idx="2">
                  <c:v>250</c:v>
                </c:pt>
                <c:pt idx="4">
                  <c:v>540</c:v>
                </c:pt>
                <c:pt idx="5">
                  <c:v>1000</c:v>
                </c:pt>
              </c:numCache>
            </c:numRef>
          </c:val>
          <c:extLst>
            <c:ext xmlns:c16="http://schemas.microsoft.com/office/drawing/2014/chart" uri="{C3380CC4-5D6E-409C-BE32-E72D297353CC}">
              <c16:uniqueId val="{00000003-CF5A-43BF-98D7-737297073BD8}"/>
            </c:ext>
          </c:extLst>
        </c:ser>
        <c:ser>
          <c:idx val="4"/>
          <c:order val="4"/>
          <c:tx>
            <c:strRef>
              <c:f>Sheet6!$F$4:$F$5</c:f>
              <c:strCache>
                <c:ptCount val="1"/>
                <c:pt idx="0">
                  <c:v>May</c:v>
                </c:pt>
              </c:strCache>
            </c:strRef>
          </c:tx>
          <c:spPr>
            <a:pattFill prst="ltDnDiag">
              <a:fgClr>
                <a:schemeClr val="accent5"/>
              </a:fgClr>
              <a:bgClr>
                <a:schemeClr val="accent5">
                  <a:lumMod val="20000"/>
                  <a:lumOff val="80000"/>
                </a:schemeClr>
              </a:bgClr>
            </a:pattFill>
            <a:ln>
              <a:solidFill>
                <a:schemeClr val="accent5"/>
              </a:solidFill>
            </a:ln>
            <a:effectLst/>
            <a:sp3d>
              <a:contourClr>
                <a:schemeClr val="accent5"/>
              </a:contourClr>
            </a:sp3d>
          </c:spPr>
          <c:invertIfNegative val="0"/>
          <c:cat>
            <c:strRef>
              <c:f>Sheet6!$A$6:$A$15</c:f>
              <c:strCache>
                <c:ptCount val="9"/>
                <c:pt idx="0">
                  <c:v>Chips and fries</c:v>
                </c:pt>
                <c:pt idx="1">
                  <c:v>Dining out</c:v>
                </c:pt>
                <c:pt idx="2">
                  <c:v>Movie</c:v>
                </c:pt>
                <c:pt idx="3">
                  <c:v>North Bengal Trip</c:v>
                </c:pt>
                <c:pt idx="4">
                  <c:v>Online Food order</c:v>
                </c:pt>
                <c:pt idx="5">
                  <c:v>Outing with friends</c:v>
                </c:pt>
                <c:pt idx="6">
                  <c:v>Shirts</c:v>
                </c:pt>
                <c:pt idx="7">
                  <c:v>Shoes</c:v>
                </c:pt>
                <c:pt idx="8">
                  <c:v>Tshirt and Jeans</c:v>
                </c:pt>
              </c:strCache>
            </c:strRef>
          </c:cat>
          <c:val>
            <c:numRef>
              <c:f>Sheet6!$F$6:$F$15</c:f>
              <c:numCache>
                <c:formatCode>General</c:formatCode>
                <c:ptCount val="9"/>
                <c:pt idx="2">
                  <c:v>500</c:v>
                </c:pt>
                <c:pt idx="5">
                  <c:v>1000</c:v>
                </c:pt>
                <c:pt idx="6">
                  <c:v>1500</c:v>
                </c:pt>
              </c:numCache>
            </c:numRef>
          </c:val>
          <c:extLst>
            <c:ext xmlns:c16="http://schemas.microsoft.com/office/drawing/2014/chart" uri="{C3380CC4-5D6E-409C-BE32-E72D297353CC}">
              <c16:uniqueId val="{00000004-CF5A-43BF-98D7-737297073BD8}"/>
            </c:ext>
          </c:extLst>
        </c:ser>
        <c:ser>
          <c:idx val="5"/>
          <c:order val="5"/>
          <c:tx>
            <c:strRef>
              <c:f>Sheet6!$G$4:$G$5</c:f>
              <c:strCache>
                <c:ptCount val="1"/>
                <c:pt idx="0">
                  <c:v>June</c:v>
                </c:pt>
              </c:strCache>
            </c:strRef>
          </c:tx>
          <c:spPr>
            <a:pattFill prst="ltDnDiag">
              <a:fgClr>
                <a:schemeClr val="accent6"/>
              </a:fgClr>
              <a:bgClr>
                <a:schemeClr val="accent6">
                  <a:lumMod val="20000"/>
                  <a:lumOff val="80000"/>
                </a:schemeClr>
              </a:bgClr>
            </a:pattFill>
            <a:ln>
              <a:solidFill>
                <a:schemeClr val="accent6"/>
              </a:solidFill>
            </a:ln>
            <a:effectLst/>
            <a:sp3d>
              <a:contourClr>
                <a:schemeClr val="accent6"/>
              </a:contourClr>
            </a:sp3d>
          </c:spPr>
          <c:invertIfNegative val="0"/>
          <c:cat>
            <c:strRef>
              <c:f>Sheet6!$A$6:$A$15</c:f>
              <c:strCache>
                <c:ptCount val="9"/>
                <c:pt idx="0">
                  <c:v>Chips and fries</c:v>
                </c:pt>
                <c:pt idx="1">
                  <c:v>Dining out</c:v>
                </c:pt>
                <c:pt idx="2">
                  <c:v>Movie</c:v>
                </c:pt>
                <c:pt idx="3">
                  <c:v>North Bengal Trip</c:v>
                </c:pt>
                <c:pt idx="4">
                  <c:v>Online Food order</c:v>
                </c:pt>
                <c:pt idx="5">
                  <c:v>Outing with friends</c:v>
                </c:pt>
                <c:pt idx="6">
                  <c:v>Shirts</c:v>
                </c:pt>
                <c:pt idx="7">
                  <c:v>Shoes</c:v>
                </c:pt>
                <c:pt idx="8">
                  <c:v>Tshirt and Jeans</c:v>
                </c:pt>
              </c:strCache>
            </c:strRef>
          </c:cat>
          <c:val>
            <c:numRef>
              <c:f>Sheet6!$G$6:$G$15</c:f>
              <c:numCache>
                <c:formatCode>General</c:formatCode>
                <c:ptCount val="9"/>
                <c:pt idx="0">
                  <c:v>250</c:v>
                </c:pt>
                <c:pt idx="2">
                  <c:v>1000</c:v>
                </c:pt>
                <c:pt idx="4">
                  <c:v>600</c:v>
                </c:pt>
                <c:pt idx="7">
                  <c:v>1000</c:v>
                </c:pt>
                <c:pt idx="8">
                  <c:v>2500</c:v>
                </c:pt>
              </c:numCache>
            </c:numRef>
          </c:val>
          <c:extLst>
            <c:ext xmlns:c16="http://schemas.microsoft.com/office/drawing/2014/chart" uri="{C3380CC4-5D6E-409C-BE32-E72D297353CC}">
              <c16:uniqueId val="{00000005-CF5A-43BF-98D7-737297073BD8}"/>
            </c:ext>
          </c:extLst>
        </c:ser>
        <c:dLbls>
          <c:showLegendKey val="0"/>
          <c:showVal val="0"/>
          <c:showCatName val="0"/>
          <c:showSerName val="0"/>
          <c:showPercent val="0"/>
          <c:showBubbleSize val="0"/>
        </c:dLbls>
        <c:gapWidth val="160"/>
        <c:gapDepth val="0"/>
        <c:shape val="box"/>
        <c:axId val="1088509727"/>
        <c:axId val="1088515007"/>
        <c:axId val="0"/>
      </c:bar3DChart>
      <c:catAx>
        <c:axId val="1088509727"/>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88515007"/>
        <c:crosses val="autoZero"/>
        <c:auto val="1"/>
        <c:lblAlgn val="ctr"/>
        <c:lblOffset val="100"/>
        <c:noMultiLvlLbl val="0"/>
      </c:catAx>
      <c:valAx>
        <c:axId val="1088515007"/>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88509727"/>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1">
  <cs:axisTitle>
    <cs:lnRef idx="0"/>
    <cs:fillRef idx="0"/>
    <cs:effectRef idx="0"/>
    <cs:fontRef idx="minor">
      <a:schemeClr val="dk1">
        <a:lumMod val="65000"/>
        <a:lumOff val="35000"/>
      </a:schemeClr>
    </cs:fontRef>
    <cs:defRPr sz="900" kern="1200"/>
  </cs:axisTitle>
  <cs:categoryAxis>
    <cs:lnRef idx="0"/>
    <cs:fillRef idx="0"/>
    <cs:effectRef idx="0"/>
    <cs:fontRef idx="minor">
      <a:schemeClr val="dk1">
        <a:lumMod val="65000"/>
        <a:lumOff val="35000"/>
      </a:schemeClr>
    </cs:fontRef>
    <cs:defRPr sz="900" kern="1200"/>
  </cs:categoryAxis>
  <cs:chartArea>
    <cs:lnRef idx="0"/>
    <cs:fillRef idx="0"/>
    <cs:effectRef idx="0"/>
    <cs:fontRef idx="minor">
      <a:schemeClr val="dk1"/>
    </cs:fontRef>
    <cs:spPr>
      <a:pattFill prst="dkDnDiag">
        <a:fgClr>
          <a:schemeClr val="lt1">
            <a:lumMod val="95000"/>
          </a:schemeClr>
        </a:fgClr>
        <a:bgClr>
          <a:schemeClr val="lt1"/>
        </a:bgClr>
      </a:pattFill>
      <a:ln w="9525" cap="flat" cmpd="sng" algn="ctr">
        <a:solidFill>
          <a:schemeClr val="dk1">
            <a:lumMod val="15000"/>
            <a:lumOff val="8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317500" algn="ctr" rotWithShape="0">
          <a:prstClr val="black">
            <a:alpha val="25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20000"/>
          </a:prstClr>
        </a:outerShdw>
      </a:effectLst>
      <a:scene3d>
        <a:camera prst="orthographicFront"/>
        <a:lightRig rig="threePt" dir="t"/>
      </a:scene3d>
      <a:sp3d prstMaterial="matte"/>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9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65000"/>
            <a:lumOff val="35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65000"/>
            <a:lumOff val="35000"/>
          </a:schemeClr>
        </a:solidFill>
        <a:round/>
      </a:ln>
    </cs:spPr>
  </cs:errorBar>
  <cs:floor>
    <cs:lnRef idx="0"/>
    <cs:fillRef idx="0"/>
    <cs:effectRef idx="0"/>
    <cs:fontRef idx="minor">
      <a:schemeClr val="dk1"/>
    </cs:fontRef>
    <cs:spPr>
      <a:noFill/>
      <a:ln>
        <a:noFill/>
      </a:ln>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50000"/>
            <a:lumOff val="50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78000"/>
        </a:schemeClr>
      </a:solidFill>
    </cs:spPr>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inor">
      <a:schemeClr val="dk1">
        <a:lumMod val="65000"/>
        <a:lumOff val="35000"/>
      </a:schemeClr>
    </cs:fontRef>
    <cs:defRPr sz="1800" b="1" kern="120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65000"/>
            <a:lumOff val="35000"/>
          </a:schemeClr>
        </a:solidFill>
        <a:round/>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14">
  <cs:axisTitle>
    <cs:lnRef idx="0"/>
    <cs:fillRef idx="0"/>
    <cs:effectRef idx="0"/>
    <cs:fontRef idx="minor">
      <a:schemeClr val="lt1"/>
    </cs:fontRef>
    <cs:defRPr sz="900" b="1" kern="1200"/>
  </cs:axisTitle>
  <cs:categoryAxis>
    <cs:lnRef idx="0">
      <cs:styleClr val="0"/>
    </cs:lnRef>
    <cs:fillRef idx="0"/>
    <cs:effectRef idx="0"/>
    <cs:fontRef idx="minor">
      <a:schemeClr val="lt1"/>
    </cs:fontRef>
    <cs:spPr>
      <a:ln w="3175" cap="flat" cmpd="sng" algn="ctr">
        <a:solidFill>
          <a:schemeClr val="phClr">
            <a:lumMod val="60000"/>
            <a:lumOff val="40000"/>
          </a:schemeClr>
        </a:solidFill>
        <a:round/>
      </a:ln>
    </cs:spPr>
    <cs:defRPr sz="800" kern="1200" cap="all" spc="150" normalizeH="0" baseline="0"/>
  </cs:categoryAxis>
  <cs:chartArea>
    <cs:lnRef idx="0">
      <cs:styleClr val="0"/>
    </cs:lnRef>
    <cs:fillRef idx="0">
      <cs:styleClr val="0"/>
    </cs:fillRef>
    <cs:effectRef idx="0"/>
    <cs:fontRef idx="minor">
      <a:schemeClr val="dk1"/>
    </cs:fontRef>
    <cs:spPr>
      <a:solidFill>
        <a:schemeClr val="phClr"/>
      </a:solidFill>
      <a:ln w="9525" cap="flat" cmpd="sng" algn="ctr">
        <a:solidFill>
          <a:schemeClr val="phClr"/>
        </a:solidFill>
        <a:round/>
      </a:ln>
    </cs:spPr>
    <cs:defRPr sz="1000" kern="1200"/>
  </cs:chartArea>
  <cs:dataLabel>
    <cs:lnRef idx="0"/>
    <cs:fillRef idx="0">
      <cs:styleClr val="auto"/>
    </cs:fillRef>
    <cs:effectRef idx="0"/>
    <cs:fontRef idx="minor">
      <a:schemeClr val="lt1"/>
    </cs:fontRef>
    <cs:spPr>
      <a:solidFill>
        <a:schemeClr val="phClr">
          <a:alpha val="70000"/>
        </a:schemeClr>
      </a:solidFill>
    </cs:spPr>
    <cs:defRPr sz="900" kern="1200"/>
  </cs:dataLabel>
  <cs:dataLabelCallout>
    <cs:lnRef idx="0">
      <cs:styleClr val="auto"/>
    </cs:lnRef>
    <cs:fillRef idx="0"/>
    <cs:effectRef idx="0"/>
    <cs:fontRef idx="minor">
      <cs:styleClr val="auto"/>
    </cs:fontRef>
    <cs:spPr>
      <a:solidFill>
        <a:schemeClr val="lt1"/>
      </a:solidFill>
      <a:ln>
        <a:solidFill>
          <a:schemeClr val="ph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pattFill prst="ltUpDiag">
        <a:fgClr>
          <a:schemeClr val="phClr"/>
        </a:fgClr>
        <a:bgClr>
          <a:schemeClr val="lt1"/>
        </a:bgClr>
      </a:pattFill>
    </cs:spPr>
  </cs:dataPoint>
  <cs:dataPoint3D>
    <cs:lnRef idx="0"/>
    <cs:fillRef idx="0">
      <cs:styleClr val="auto"/>
    </cs:fillRef>
    <cs:effectRef idx="0"/>
    <cs:fontRef idx="minor">
      <a:schemeClr val="dk1"/>
    </cs:fontRef>
    <cs:spPr>
      <a:pattFill prst="ltUpDiag">
        <a:fgClr>
          <a:schemeClr val="phClr"/>
        </a:fgClr>
        <a:bgClr>
          <a:schemeClr val="lt1"/>
        </a:bgClr>
      </a:pattFill>
    </cs:spPr>
  </cs:dataPoint3D>
  <cs:dataPointLine>
    <cs:lnRef idx="0">
      <cs:styleClr val="auto"/>
    </cs:lnRef>
    <cs:fillRef idx="0"/>
    <cs:effectRef idx="0">
      <cs:styleClr val="auto"/>
    </cs:effectRef>
    <cs:fontRef idx="minor">
      <a:schemeClr val="dk1"/>
    </cs:fontRef>
    <cs:spPr>
      <a:ln w="34925" cap="rnd">
        <a:solidFill>
          <a:schemeClr val="lt1"/>
        </a:solidFill>
        <a:round/>
      </a:ln>
      <a:effectLst>
        <a:outerShdw dist="25400" dir="2700000" algn="tl" rotWithShape="0">
          <a:schemeClr val="phClr"/>
        </a:outerShdw>
      </a:effectLst>
    </cs:spPr>
  </cs:dataPointLine>
  <cs:dataPointMarker>
    <cs:lnRef idx="0"/>
    <cs:fillRef idx="0">
      <cs:styleClr val="auto"/>
    </cs:fillRef>
    <cs:effectRef idx="0"/>
    <cs:fontRef idx="minor">
      <a:schemeClr val="dk1"/>
    </cs:fontRef>
    <cs:spPr>
      <a:solidFill>
        <a:schemeClr val="phClr"/>
      </a:solidFill>
      <a:ln w="22225">
        <a:solidFill>
          <a:schemeClr val="lt1"/>
        </a:solidFill>
        <a:round/>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styleClr val="0"/>
    </cs:lnRef>
    <cs:fillRef idx="0"/>
    <cs:effectRef idx="0"/>
    <cs:fontRef idx="minor">
      <a:schemeClr val="lt1"/>
    </cs:fontRef>
    <cs:spPr>
      <a:ln w="9525">
        <a:solidFill>
          <a:schemeClr val="phClr">
            <a:lumMod val="60000"/>
            <a:lumOff val="40000"/>
          </a:schemeClr>
        </a:solidFill>
      </a:ln>
    </cs:spPr>
    <cs:defRPr sz="900" kern="1200"/>
  </cs:dataTable>
  <cs:downBar>
    <cs:lnRef idx="0">
      <cs:styleClr val="0"/>
    </cs:lnRef>
    <cs:fillRef idx="0"/>
    <cs:effectRef idx="0"/>
    <cs:fontRef idx="minor">
      <a:schemeClr val="dk1"/>
    </cs:fontRef>
    <cs:spPr>
      <a:solidFill>
        <a:schemeClr val="dk1">
          <a:lumMod val="35000"/>
          <a:lumOff val="65000"/>
        </a:schemeClr>
      </a:solidFill>
      <a:ln w="9525">
        <a:solidFill>
          <a:schemeClr val="phClr">
            <a:lumMod val="60000"/>
            <a:lumOff val="40000"/>
          </a:schemeClr>
        </a:solidFill>
      </a:ln>
    </cs:spPr>
  </cs:downBar>
  <cs:dropLine>
    <cs:lnRef idx="0">
      <cs:styleClr val="0"/>
    </cs:lnRef>
    <cs:fillRef idx="0"/>
    <cs:effectRef idx="0"/>
    <cs:fontRef idx="minor">
      <a:schemeClr val="dk1"/>
    </cs:fontRef>
    <cs:spPr>
      <a:ln w="9525">
        <a:solidFill>
          <a:schemeClr val="phClr">
            <a:lumMod val="60000"/>
            <a:lumOff val="40000"/>
          </a:schemeClr>
        </a:solidFill>
        <a:prstDash val="dash"/>
      </a:ln>
    </cs:spPr>
  </cs:dropLine>
  <cs:errorBar>
    <cs:lnRef idx="0">
      <cs:styleClr val="0"/>
    </cs:lnRef>
    <cs:fillRef idx="0"/>
    <cs:effectRef idx="0"/>
    <cs:fontRef idx="minor">
      <a:schemeClr val="dk1"/>
    </cs:fontRef>
    <cs:spPr>
      <a:ln w="9525">
        <a:solidFill>
          <a:schemeClr val="phClr">
            <a:lumMod val="60000"/>
            <a:lumOff val="40000"/>
          </a:schemeClr>
        </a:solidFill>
        <a:round/>
      </a:ln>
      <a:effectLst>
        <a:glow rad="25400">
          <a:schemeClr val="lt1"/>
        </a:glow>
      </a:effectLst>
    </cs:spPr>
  </cs:errorBar>
  <cs:floor>
    <cs:lnRef idx="0"/>
    <cs:fillRef idx="0"/>
    <cs:effectRef idx="0"/>
    <cs:fontRef idx="minor">
      <a:schemeClr val="dk1"/>
    </cs:fontRef>
  </cs:floor>
  <cs:gridlineMajor>
    <cs:lnRef idx="0">
      <cs:styleClr val="0"/>
    </cs:lnRef>
    <cs:fillRef idx="0"/>
    <cs:effectRef idx="0"/>
    <cs:fontRef idx="minor">
      <a:schemeClr val="dk1"/>
    </cs:fontRef>
    <cs:spPr>
      <a:ln w="9525" cap="flat" cmpd="sng" algn="ctr">
        <a:solidFill>
          <a:schemeClr val="lt1">
            <a:alpha val="25000"/>
          </a:schemeClr>
        </a:solidFill>
        <a:round/>
      </a:ln>
    </cs:spPr>
  </cs:gridlineMajor>
  <cs:gridlineMinor>
    <cs:lnRef idx="0">
      <cs:styleClr val="0"/>
    </cs:lnRef>
    <cs:fillRef idx="0"/>
    <cs:effectRef idx="0"/>
    <cs:fontRef idx="minor">
      <a:schemeClr val="dk1"/>
    </cs:fontRef>
    <cs:spPr>
      <a:ln>
        <a:solidFill>
          <a:schemeClr val="lt1">
            <a:alpha val="10000"/>
          </a:schemeClr>
        </a:solidFill>
      </a:ln>
    </cs:spPr>
  </cs:gridlineMinor>
  <cs:hiLoLine>
    <cs:lnRef idx="0">
      <cs:styleClr val="0"/>
    </cs:lnRef>
    <cs:fillRef idx="0"/>
    <cs:effectRef idx="0"/>
    <cs:fontRef idx="minor">
      <a:schemeClr val="dk1"/>
    </cs:fontRef>
    <cs:spPr>
      <a:ln w="9525">
        <a:solidFill>
          <a:schemeClr val="phClr">
            <a:lumMod val="60000"/>
            <a:lumOff val="40000"/>
          </a:schemeClr>
        </a:solidFill>
        <a:prstDash val="dash"/>
      </a:ln>
    </cs:spPr>
  </cs:hiLoLine>
  <cs:leaderLine>
    <cs:lnRef idx="0">
      <cs:styleClr val="0"/>
    </cs:lnRef>
    <cs:fillRef idx="0"/>
    <cs:effectRef idx="0"/>
    <cs:fontRef idx="minor">
      <a:schemeClr val="dk1"/>
    </cs:fontRef>
    <cs:spPr>
      <a:ln w="9525">
        <a:solidFill>
          <a:schemeClr val="phClr">
            <a:lumMod val="60000"/>
            <a:lumOff val="40000"/>
          </a:schemeClr>
        </a:solidFill>
      </a:ln>
    </cs:spPr>
  </cs:leaderLine>
  <cs:legend>
    <cs:lnRef idx="0"/>
    <cs:fillRef idx="0"/>
    <cs:effectRef idx="0"/>
    <cs:fontRef idx="minor">
      <a:schemeClr val="lt1"/>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styleClr val="0"/>
    </cs:lnRef>
    <cs:fillRef idx="0"/>
    <cs:effectRef idx="0"/>
    <cs:fontRef idx="minor">
      <a:schemeClr val="lt1"/>
    </cs:fontRef>
    <cs:spPr>
      <a:ln w="3175" cap="flat" cmpd="sng" algn="ctr">
        <a:solidFill>
          <a:schemeClr val="phClr">
            <a:lumMod val="60000"/>
            <a:lumOff val="40000"/>
          </a:schemeClr>
        </a:solidFill>
        <a:round/>
      </a:ln>
    </cs:spPr>
    <cs:defRPr sz="900" kern="1200"/>
  </cs:seriesAxis>
  <cs:seriesLine>
    <cs:lnRef idx="0">
      <cs:styleClr val="0"/>
    </cs:lnRef>
    <cs:fillRef idx="0"/>
    <cs:effectRef idx="0"/>
    <cs:fontRef idx="minor">
      <a:schemeClr val="dk1"/>
    </cs:fontRef>
    <cs:spPr>
      <a:ln w="9525">
        <a:solidFill>
          <a:schemeClr val="phClr">
            <a:lumMod val="60000"/>
            <a:lumOff val="40000"/>
            <a:tint val="50000"/>
          </a:schemeClr>
        </a:solidFill>
        <a:prstDash val="dash"/>
      </a:ln>
    </cs:spPr>
  </cs:seriesLine>
  <cs:title>
    <cs:lnRef idx="0"/>
    <cs:fillRef idx="0"/>
    <cs:effectRef idx="0"/>
    <cs:fontRef idx="minor">
      <a:schemeClr val="lt1"/>
    </cs:fontRef>
    <cs:defRPr sz="1500" b="1" kern="1200" cap="all" spc="100" normalizeH="0" baseline="0"/>
  </cs:title>
  <cs:trendline>
    <cs:lnRef idx="0"/>
    <cs:fillRef idx="0"/>
    <cs:effectRef idx="0"/>
    <cs:fontRef idx="minor">
      <a:schemeClr val="dk1"/>
    </cs:fontRef>
    <cs:spPr>
      <a:ln w="28575" cap="rnd">
        <a:solidFill>
          <a:schemeClr val="lt1">
            <a:alpha val="50000"/>
          </a:schemeClr>
        </a:solidFill>
        <a:round/>
      </a:ln>
    </cs:spPr>
  </cs:trendline>
  <cs:trendlineLabel>
    <cs:lnRef idx="0"/>
    <cs:fillRef idx="0"/>
    <cs:effectRef idx="0"/>
    <cs:fontRef idx="minor">
      <a:schemeClr val="lt1"/>
    </cs:fontRef>
    <cs:defRPr sz="900" kern="1200"/>
  </cs:trendlineLabel>
  <cs:upBar>
    <cs:lnRef idx="0">
      <cs:styleClr val="0"/>
    </cs:lnRef>
    <cs:fillRef idx="0"/>
    <cs:effectRef idx="0"/>
    <cs:fontRef idx="minor">
      <a:schemeClr val="dk1"/>
    </cs:fontRef>
    <cs:spPr>
      <a:solidFill>
        <a:schemeClr val="lt1">
          <a:lumMod val="95000"/>
        </a:schemeClr>
      </a:solidFill>
      <a:ln w="9525">
        <a:solidFill>
          <a:schemeClr val="phClr">
            <a:lumMod val="60000"/>
            <a:lumOff val="40000"/>
          </a:schemeClr>
        </a:solidFill>
      </a:ln>
    </cs:spPr>
  </cs:upBar>
  <cs:valueAxis>
    <cs:lnRef idx="0"/>
    <cs:fillRef idx="0"/>
    <cs:effectRef idx="0"/>
    <cs:fontRef idx="minor">
      <a:schemeClr val="lt1"/>
    </cs:fontRef>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91">
  <cs:axisTitle>
    <cs:lnRef idx="0"/>
    <cs:fillRef idx="0"/>
    <cs:effectRef idx="0"/>
    <cs:fontRef idx="minor">
      <a:schemeClr val="lt1">
        <a:lumMod val="75000"/>
      </a:schemeClr>
    </cs:fontRef>
    <cs:defRPr sz="900" kern="1200"/>
  </cs:axisTitle>
  <cs:categoryAxis>
    <cs:lnRef idx="0"/>
    <cs:fillRef idx="0"/>
    <cs:effectRef idx="0"/>
    <cs:fontRef idx="minor">
      <a:schemeClr val="lt1">
        <a:lumMod val="75000"/>
      </a:schemeClr>
    </cs:fontRef>
    <cs:defRPr sz="900" kern="1200"/>
  </cs:categoryAxis>
  <cs:chartArea>
    <cs:lnRef idx="0"/>
    <cs:fillRef idx="0"/>
    <cs:effectRef idx="0"/>
    <cs:fontRef idx="minor">
      <a:schemeClr val="lt1"/>
    </cs:fontRef>
    <cs:spPr>
      <a:solidFill>
        <a:schemeClr val="dk1">
          <a:lumMod val="75000"/>
          <a:lumOff val="25000"/>
        </a:schemeClr>
      </a:solidFill>
      <a:ln w="6350" cap="flat" cmpd="sng" algn="ctr">
        <a:solidFill>
          <a:schemeClr val="dk1">
            <a:tint val="75000"/>
          </a:schemeClr>
        </a:solidFill>
        <a:round/>
      </a:ln>
    </cs:spPr>
    <cs:defRPr sz="1000" kern="1200"/>
  </cs:chartArea>
  <cs:dataLabel>
    <cs:lnRef idx="0"/>
    <cs:fillRef idx="0">
      <cs:styleClr val="auto"/>
    </cs:fillRef>
    <cs:effectRef idx="0"/>
    <cs:fontRef idx="minor">
      <a:schemeClr val="lt1"/>
    </cs:fontRef>
    <cs:spPr>
      <a:solidFill>
        <a:schemeClr val="phClr">
          <a:alpha val="30000"/>
        </a:schemeClr>
      </a:solidFill>
      <a:ln>
        <a:solidFill>
          <a:schemeClr val="lt1">
            <a:alpha val="50000"/>
          </a:schemeClr>
        </a:solidFill>
        <a:round/>
      </a:ln>
      <a:effectLst>
        <a:outerShdw blurRad="63500" dist="88900" dir="2700000" algn="tl" rotWithShape="0">
          <a:prstClr val="black">
            <a:alpha val="40000"/>
          </a:prstClr>
        </a:outerShdw>
      </a:effectLst>
    </cs:spPr>
    <cs:defRPr sz="900" b="1" i="0" u="none" strike="noStrike" kern="1200" baseline="0"/>
  </cs:dataLabel>
  <cs:dataLabelCallout>
    <cs:lnRef idx="0"/>
    <cs:fillRef idx="0">
      <cs:styleClr val="auto"/>
    </cs:fillRef>
    <cs:effectRef idx="0"/>
    <cs:fontRef idx="minor">
      <a:schemeClr val="lt1"/>
    </cs:fontRef>
    <cs:spPr>
      <a:solidFill>
        <a:schemeClr val="phClr">
          <a:alpha val="30000"/>
        </a:schemeClr>
      </a:solidFill>
      <a:ln>
        <a:solidFill>
          <a:schemeClr val="lt1">
            <a:alpha val="50000"/>
          </a:schemeClr>
        </a:solidFill>
        <a:round/>
      </a:ln>
      <a:effectLst>
        <a:outerShdw blurRad="63500" dist="88900" dir="2700000" algn="tl" rotWithShape="0">
          <a:prstClr val="black">
            <a:alpha val="40000"/>
          </a:prstClr>
        </a:outerShdw>
      </a:effectLst>
    </cs:spPr>
    <cs:defRPr sz="900" b="1" i="0" u="none" strike="noStrike" kern="1200" baseline="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alpha val="88000"/>
        </a:schemeClr>
      </a:solidFill>
      <a:ln>
        <a:solidFill>
          <a:schemeClr val="phClr">
            <a:lumMod val="50000"/>
          </a:schemeClr>
        </a:solidFill>
      </a:ln>
    </cs:spPr>
  </cs:dataPoint>
  <cs:dataPoint3D>
    <cs:lnRef idx="0">
      <cs:styleClr val="auto"/>
    </cs:lnRef>
    <cs:fillRef idx="0">
      <cs:styleClr val="auto"/>
    </cs:fillRef>
    <cs:effectRef idx="0"/>
    <cs:fontRef idx="minor">
      <a:schemeClr val="tx1"/>
    </cs:fontRef>
    <cs:spPr>
      <a:solidFill>
        <a:schemeClr val="phClr">
          <a:alpha val="88000"/>
        </a:schemeClr>
      </a:solidFill>
      <a:ln>
        <a:solidFill>
          <a:schemeClr val="phClr">
            <a:lumMod val="50000"/>
          </a:schemeClr>
        </a:solidFill>
      </a:ln>
      <a:scene3d>
        <a:camera prst="orthographicFront"/>
        <a:lightRig rig="threePt" dir="t"/>
      </a:scene3d>
      <a:sp3d prstMaterial="flat"/>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dk1">
            <a:lumMod val="75000"/>
            <a:lumOff val="25000"/>
          </a:schemeClr>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900"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tx1"/>
    </cs:fontRef>
    <cs:spPr>
      <a:solidFill>
        <a:schemeClr val="bg2">
          <a:lumMod val="75000"/>
          <a:alpha val="27000"/>
        </a:schemeClr>
      </a:solidFill>
      <a:sp3d/>
    </cs:spPr>
  </cs:floor>
  <cs:gridlineMajor>
    <cs:lnRef idx="0"/>
    <cs:fillRef idx="0"/>
    <cs:effectRef idx="0"/>
    <cs:fontRef idx="minor">
      <a:schemeClr val="tx1"/>
    </cs:fontRef>
    <cs:spPr>
      <a:ln w="9525">
        <a:solidFill>
          <a:schemeClr val="lt1">
            <a:lumMod val="50000"/>
          </a:schemeClr>
        </a:solidFill>
      </a:ln>
    </cs:spPr>
  </cs:gridlineMajor>
  <cs:gridlineMinor>
    <cs:lnRef idx="0"/>
    <cs:fillRef idx="0"/>
    <cs:effectRef idx="0"/>
    <cs:fontRef idx="minor">
      <a:schemeClr val="tx1"/>
    </cs:fontRef>
    <cs:spPr>
      <a:ln w="9525">
        <a:solidFill>
          <a:schemeClr val="lt1">
            <a:lumMod val="40000"/>
          </a:schemeClr>
        </a:solidFill>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75000"/>
      </a:schemeClr>
    </cs:fontRef>
    <cs:defRPr sz="900"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cs:fontRef>
    <cs:defRPr sz="1800" b="0" kern="1200" cap="all" baseline="0"/>
  </cs:title>
  <cs:trendline>
    <cs:lnRef idx="0">
      <cs:styleClr val="auto"/>
    </cs:lnRef>
    <cs:fillRef idx="0"/>
    <cs:effectRef idx="0"/>
    <cs:fontRef idx="minor">
      <a:schemeClr val="dk1"/>
    </cs:fontRef>
    <cs:spPr>
      <a:ln w="9525" cap="rnd">
        <a:solidFill>
          <a:schemeClr val="phClr">
            <a:alpha val="50000"/>
          </a:schemeClr>
        </a:solidFill>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defRPr sz="900" kern="1200"/>
  </cs:valueAxis>
  <cs:wall>
    <cs:lnRef idx="0"/>
    <cs:fillRef idx="0"/>
    <cs:effectRef idx="0"/>
    <cs:fontRef idx="minor">
      <a:schemeClr val="tx1"/>
    </cs:fontRef>
    <cs:spPr>
      <a:sp3d/>
    </cs:spPr>
  </cs:wall>
</cs:chartStyle>
</file>

<file path=ppt/charts/style4.xml><?xml version="1.0" encoding="utf-8"?>
<cs:chartStyle xmlns:cs="http://schemas.microsoft.com/office/drawing/2012/chartStyle" xmlns:a="http://schemas.openxmlformats.org/drawingml/2006/main" id="342">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5.xml><?xml version="1.0" encoding="utf-8"?>
<cs:chartStyle xmlns:cs="http://schemas.microsoft.com/office/drawing/2012/chartStyle" xmlns:a="http://schemas.openxmlformats.org/drawingml/2006/main" id="214">
  <cs:axisTitle>
    <cs:lnRef idx="0"/>
    <cs:fillRef idx="0"/>
    <cs:effectRef idx="0"/>
    <cs:fontRef idx="minor">
      <a:schemeClr val="lt1"/>
    </cs:fontRef>
    <cs:defRPr sz="900" b="1" kern="1200"/>
  </cs:axisTitle>
  <cs:categoryAxis>
    <cs:lnRef idx="0">
      <cs:styleClr val="0"/>
    </cs:lnRef>
    <cs:fillRef idx="0"/>
    <cs:effectRef idx="0"/>
    <cs:fontRef idx="minor">
      <a:schemeClr val="lt1"/>
    </cs:fontRef>
    <cs:spPr>
      <a:ln w="3175" cap="flat" cmpd="sng" algn="ctr">
        <a:solidFill>
          <a:schemeClr val="phClr">
            <a:lumMod val="60000"/>
            <a:lumOff val="40000"/>
          </a:schemeClr>
        </a:solidFill>
        <a:round/>
      </a:ln>
    </cs:spPr>
    <cs:defRPr sz="800" kern="1200" cap="all" spc="150" normalizeH="0" baseline="0"/>
  </cs:categoryAxis>
  <cs:chartArea>
    <cs:lnRef idx="0">
      <cs:styleClr val="0"/>
    </cs:lnRef>
    <cs:fillRef idx="0">
      <cs:styleClr val="0"/>
    </cs:fillRef>
    <cs:effectRef idx="0"/>
    <cs:fontRef idx="minor">
      <a:schemeClr val="dk1"/>
    </cs:fontRef>
    <cs:spPr>
      <a:solidFill>
        <a:schemeClr val="phClr"/>
      </a:solidFill>
      <a:ln w="9525" cap="flat" cmpd="sng" algn="ctr">
        <a:solidFill>
          <a:schemeClr val="phClr"/>
        </a:solidFill>
        <a:round/>
      </a:ln>
    </cs:spPr>
    <cs:defRPr sz="1000" kern="1200"/>
  </cs:chartArea>
  <cs:dataLabel>
    <cs:lnRef idx="0"/>
    <cs:fillRef idx="0">
      <cs:styleClr val="auto"/>
    </cs:fillRef>
    <cs:effectRef idx="0"/>
    <cs:fontRef idx="minor">
      <a:schemeClr val="lt1"/>
    </cs:fontRef>
    <cs:spPr>
      <a:solidFill>
        <a:schemeClr val="phClr">
          <a:alpha val="70000"/>
        </a:schemeClr>
      </a:solidFill>
    </cs:spPr>
    <cs:defRPr sz="900" kern="1200"/>
  </cs:dataLabel>
  <cs:dataLabelCallout>
    <cs:lnRef idx="0">
      <cs:styleClr val="auto"/>
    </cs:lnRef>
    <cs:fillRef idx="0"/>
    <cs:effectRef idx="0"/>
    <cs:fontRef idx="minor">
      <cs:styleClr val="auto"/>
    </cs:fontRef>
    <cs:spPr>
      <a:solidFill>
        <a:schemeClr val="lt1"/>
      </a:solidFill>
      <a:ln>
        <a:solidFill>
          <a:schemeClr val="ph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pattFill prst="ltUpDiag">
        <a:fgClr>
          <a:schemeClr val="phClr"/>
        </a:fgClr>
        <a:bgClr>
          <a:schemeClr val="lt1"/>
        </a:bgClr>
      </a:pattFill>
    </cs:spPr>
  </cs:dataPoint>
  <cs:dataPoint3D>
    <cs:lnRef idx="0"/>
    <cs:fillRef idx="0">
      <cs:styleClr val="auto"/>
    </cs:fillRef>
    <cs:effectRef idx="0"/>
    <cs:fontRef idx="minor">
      <a:schemeClr val="dk1"/>
    </cs:fontRef>
    <cs:spPr>
      <a:pattFill prst="ltUpDiag">
        <a:fgClr>
          <a:schemeClr val="phClr"/>
        </a:fgClr>
        <a:bgClr>
          <a:schemeClr val="lt1"/>
        </a:bgClr>
      </a:pattFill>
    </cs:spPr>
  </cs:dataPoint3D>
  <cs:dataPointLine>
    <cs:lnRef idx="0">
      <cs:styleClr val="auto"/>
    </cs:lnRef>
    <cs:fillRef idx="0"/>
    <cs:effectRef idx="0">
      <cs:styleClr val="auto"/>
    </cs:effectRef>
    <cs:fontRef idx="minor">
      <a:schemeClr val="dk1"/>
    </cs:fontRef>
    <cs:spPr>
      <a:ln w="34925" cap="rnd">
        <a:solidFill>
          <a:schemeClr val="lt1"/>
        </a:solidFill>
        <a:round/>
      </a:ln>
      <a:effectLst>
        <a:outerShdw dist="25400" dir="2700000" algn="tl" rotWithShape="0">
          <a:schemeClr val="phClr"/>
        </a:outerShdw>
      </a:effectLst>
    </cs:spPr>
  </cs:dataPointLine>
  <cs:dataPointMarker>
    <cs:lnRef idx="0"/>
    <cs:fillRef idx="0">
      <cs:styleClr val="auto"/>
    </cs:fillRef>
    <cs:effectRef idx="0"/>
    <cs:fontRef idx="minor">
      <a:schemeClr val="dk1"/>
    </cs:fontRef>
    <cs:spPr>
      <a:solidFill>
        <a:schemeClr val="phClr"/>
      </a:solidFill>
      <a:ln w="22225">
        <a:solidFill>
          <a:schemeClr val="lt1"/>
        </a:solidFill>
        <a:round/>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styleClr val="0"/>
    </cs:lnRef>
    <cs:fillRef idx="0"/>
    <cs:effectRef idx="0"/>
    <cs:fontRef idx="minor">
      <a:schemeClr val="lt1"/>
    </cs:fontRef>
    <cs:spPr>
      <a:ln w="9525">
        <a:solidFill>
          <a:schemeClr val="phClr">
            <a:lumMod val="60000"/>
            <a:lumOff val="40000"/>
          </a:schemeClr>
        </a:solidFill>
      </a:ln>
    </cs:spPr>
    <cs:defRPr sz="900" kern="1200"/>
  </cs:dataTable>
  <cs:downBar>
    <cs:lnRef idx="0">
      <cs:styleClr val="0"/>
    </cs:lnRef>
    <cs:fillRef idx="0"/>
    <cs:effectRef idx="0"/>
    <cs:fontRef idx="minor">
      <a:schemeClr val="dk1"/>
    </cs:fontRef>
    <cs:spPr>
      <a:solidFill>
        <a:schemeClr val="dk1">
          <a:lumMod val="35000"/>
          <a:lumOff val="65000"/>
        </a:schemeClr>
      </a:solidFill>
      <a:ln w="9525">
        <a:solidFill>
          <a:schemeClr val="phClr">
            <a:lumMod val="60000"/>
            <a:lumOff val="40000"/>
          </a:schemeClr>
        </a:solidFill>
      </a:ln>
    </cs:spPr>
  </cs:downBar>
  <cs:dropLine>
    <cs:lnRef idx="0">
      <cs:styleClr val="0"/>
    </cs:lnRef>
    <cs:fillRef idx="0"/>
    <cs:effectRef idx="0"/>
    <cs:fontRef idx="minor">
      <a:schemeClr val="dk1"/>
    </cs:fontRef>
    <cs:spPr>
      <a:ln w="9525">
        <a:solidFill>
          <a:schemeClr val="phClr">
            <a:lumMod val="60000"/>
            <a:lumOff val="40000"/>
          </a:schemeClr>
        </a:solidFill>
        <a:prstDash val="dash"/>
      </a:ln>
    </cs:spPr>
  </cs:dropLine>
  <cs:errorBar>
    <cs:lnRef idx="0">
      <cs:styleClr val="0"/>
    </cs:lnRef>
    <cs:fillRef idx="0"/>
    <cs:effectRef idx="0"/>
    <cs:fontRef idx="minor">
      <a:schemeClr val="dk1"/>
    </cs:fontRef>
    <cs:spPr>
      <a:ln w="9525">
        <a:solidFill>
          <a:schemeClr val="phClr">
            <a:lumMod val="60000"/>
            <a:lumOff val="40000"/>
          </a:schemeClr>
        </a:solidFill>
        <a:round/>
      </a:ln>
      <a:effectLst>
        <a:glow rad="25400">
          <a:schemeClr val="lt1"/>
        </a:glow>
      </a:effectLst>
    </cs:spPr>
  </cs:errorBar>
  <cs:floor>
    <cs:lnRef idx="0"/>
    <cs:fillRef idx="0"/>
    <cs:effectRef idx="0"/>
    <cs:fontRef idx="minor">
      <a:schemeClr val="dk1"/>
    </cs:fontRef>
  </cs:floor>
  <cs:gridlineMajor>
    <cs:lnRef idx="0">
      <cs:styleClr val="0"/>
    </cs:lnRef>
    <cs:fillRef idx="0"/>
    <cs:effectRef idx="0"/>
    <cs:fontRef idx="minor">
      <a:schemeClr val="dk1"/>
    </cs:fontRef>
    <cs:spPr>
      <a:ln w="9525" cap="flat" cmpd="sng" algn="ctr">
        <a:solidFill>
          <a:schemeClr val="lt1">
            <a:alpha val="25000"/>
          </a:schemeClr>
        </a:solidFill>
        <a:round/>
      </a:ln>
    </cs:spPr>
  </cs:gridlineMajor>
  <cs:gridlineMinor>
    <cs:lnRef idx="0">
      <cs:styleClr val="0"/>
    </cs:lnRef>
    <cs:fillRef idx="0"/>
    <cs:effectRef idx="0"/>
    <cs:fontRef idx="minor">
      <a:schemeClr val="dk1"/>
    </cs:fontRef>
    <cs:spPr>
      <a:ln>
        <a:solidFill>
          <a:schemeClr val="lt1">
            <a:alpha val="10000"/>
          </a:schemeClr>
        </a:solidFill>
      </a:ln>
    </cs:spPr>
  </cs:gridlineMinor>
  <cs:hiLoLine>
    <cs:lnRef idx="0">
      <cs:styleClr val="0"/>
    </cs:lnRef>
    <cs:fillRef idx="0"/>
    <cs:effectRef idx="0"/>
    <cs:fontRef idx="minor">
      <a:schemeClr val="dk1"/>
    </cs:fontRef>
    <cs:spPr>
      <a:ln w="9525">
        <a:solidFill>
          <a:schemeClr val="phClr">
            <a:lumMod val="60000"/>
            <a:lumOff val="40000"/>
          </a:schemeClr>
        </a:solidFill>
        <a:prstDash val="dash"/>
      </a:ln>
    </cs:spPr>
  </cs:hiLoLine>
  <cs:leaderLine>
    <cs:lnRef idx="0">
      <cs:styleClr val="0"/>
    </cs:lnRef>
    <cs:fillRef idx="0"/>
    <cs:effectRef idx="0"/>
    <cs:fontRef idx="minor">
      <a:schemeClr val="dk1"/>
    </cs:fontRef>
    <cs:spPr>
      <a:ln w="9525">
        <a:solidFill>
          <a:schemeClr val="phClr">
            <a:lumMod val="60000"/>
            <a:lumOff val="40000"/>
          </a:schemeClr>
        </a:solidFill>
      </a:ln>
    </cs:spPr>
  </cs:leaderLine>
  <cs:legend>
    <cs:lnRef idx="0"/>
    <cs:fillRef idx="0"/>
    <cs:effectRef idx="0"/>
    <cs:fontRef idx="minor">
      <a:schemeClr val="lt1"/>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styleClr val="0"/>
    </cs:lnRef>
    <cs:fillRef idx="0"/>
    <cs:effectRef idx="0"/>
    <cs:fontRef idx="minor">
      <a:schemeClr val="lt1"/>
    </cs:fontRef>
    <cs:spPr>
      <a:ln w="3175" cap="flat" cmpd="sng" algn="ctr">
        <a:solidFill>
          <a:schemeClr val="phClr">
            <a:lumMod val="60000"/>
            <a:lumOff val="40000"/>
          </a:schemeClr>
        </a:solidFill>
        <a:round/>
      </a:ln>
    </cs:spPr>
    <cs:defRPr sz="900" kern="1200"/>
  </cs:seriesAxis>
  <cs:seriesLine>
    <cs:lnRef idx="0">
      <cs:styleClr val="0"/>
    </cs:lnRef>
    <cs:fillRef idx="0"/>
    <cs:effectRef idx="0"/>
    <cs:fontRef idx="minor">
      <a:schemeClr val="dk1"/>
    </cs:fontRef>
    <cs:spPr>
      <a:ln w="9525">
        <a:solidFill>
          <a:schemeClr val="phClr">
            <a:lumMod val="60000"/>
            <a:lumOff val="40000"/>
            <a:tint val="50000"/>
          </a:schemeClr>
        </a:solidFill>
        <a:prstDash val="dash"/>
      </a:ln>
    </cs:spPr>
  </cs:seriesLine>
  <cs:title>
    <cs:lnRef idx="0"/>
    <cs:fillRef idx="0"/>
    <cs:effectRef idx="0"/>
    <cs:fontRef idx="minor">
      <a:schemeClr val="lt1"/>
    </cs:fontRef>
    <cs:defRPr sz="1500" b="1" kern="1200" cap="all" spc="100" normalizeH="0" baseline="0"/>
  </cs:title>
  <cs:trendline>
    <cs:lnRef idx="0"/>
    <cs:fillRef idx="0"/>
    <cs:effectRef idx="0"/>
    <cs:fontRef idx="minor">
      <a:schemeClr val="dk1"/>
    </cs:fontRef>
    <cs:spPr>
      <a:ln w="28575" cap="rnd">
        <a:solidFill>
          <a:schemeClr val="lt1">
            <a:alpha val="50000"/>
          </a:schemeClr>
        </a:solidFill>
        <a:round/>
      </a:ln>
    </cs:spPr>
  </cs:trendline>
  <cs:trendlineLabel>
    <cs:lnRef idx="0"/>
    <cs:fillRef idx="0"/>
    <cs:effectRef idx="0"/>
    <cs:fontRef idx="minor">
      <a:schemeClr val="lt1"/>
    </cs:fontRef>
    <cs:defRPr sz="900" kern="1200"/>
  </cs:trendlineLabel>
  <cs:upBar>
    <cs:lnRef idx="0">
      <cs:styleClr val="0"/>
    </cs:lnRef>
    <cs:fillRef idx="0"/>
    <cs:effectRef idx="0"/>
    <cs:fontRef idx="minor">
      <a:schemeClr val="dk1"/>
    </cs:fontRef>
    <cs:spPr>
      <a:solidFill>
        <a:schemeClr val="lt1">
          <a:lumMod val="95000"/>
        </a:schemeClr>
      </a:solidFill>
      <a:ln w="9525">
        <a:solidFill>
          <a:schemeClr val="phClr">
            <a:lumMod val="60000"/>
            <a:lumOff val="40000"/>
          </a:schemeClr>
        </a:solidFill>
      </a:ln>
    </cs:spPr>
  </cs:upBar>
  <cs:valueAxis>
    <cs:lnRef idx="0"/>
    <cs:fillRef idx="0"/>
    <cs:effectRef idx="0"/>
    <cs:fontRef idx="minor">
      <a:schemeClr val="lt1"/>
    </cs:fontRef>
    <cs:defRPr sz="900"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87">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styleClr val="auto"/>
    </cs:lnRef>
    <cs:fillRef idx="0">
      <cs:styleClr val="auto"/>
    </cs:fillRef>
    <cs:effectRef idx="0"/>
    <cs:fontRef idx="minor">
      <a:schemeClr val="tx1"/>
    </cs:fontRef>
    <cs:spPr>
      <a:pattFill prst="ltDnDiag">
        <a:fgClr>
          <a:schemeClr val="phClr"/>
        </a:fgClr>
        <a:bgClr>
          <a:schemeClr val="phClr">
            <a:lumMod val="20000"/>
            <a:lumOff val="80000"/>
          </a:schemeClr>
        </a:bgClr>
      </a:pattFill>
      <a:ln>
        <a:solidFill>
          <a:schemeClr val="phClr"/>
        </a:solidFill>
      </a:ln>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spPr>
      <a:solidFill>
        <a:schemeClr val="lt1"/>
      </a:solidFill>
      <a:sp3d/>
    </cs:spPr>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GB"/>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7908CEF7-0F95-4A42-8394-4CD7BB0C104E}" type="datetimeFigureOut">
              <a:rPr lang="en-IN" smtClean="0"/>
              <a:t>22-12-2025</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C1EBF9BB-1275-45E9-9376-E723A862F956}" type="slidenum">
              <a:rPr lang="en-IN" smtClean="0"/>
              <a:t>‹#›</a:t>
            </a:fld>
            <a:endParaRPr lang="en-IN"/>
          </a:p>
        </p:txBody>
      </p:sp>
    </p:spTree>
    <p:extLst>
      <p:ext uri="{BB962C8B-B14F-4D97-AF65-F5344CB8AC3E}">
        <p14:creationId xmlns:p14="http://schemas.microsoft.com/office/powerpoint/2010/main" val="37141596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908CEF7-0F95-4A42-8394-4CD7BB0C104E}" type="datetimeFigureOut">
              <a:rPr lang="en-IN" smtClean="0"/>
              <a:t>22-12-2025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EBF9BB-1275-45E9-9376-E723A862F956}" type="slidenum">
              <a:rPr lang="en-IN" smtClean="0"/>
              <a:t>‹#›</a:t>
            </a:fld>
            <a:endParaRPr lang="en-IN"/>
          </a:p>
        </p:txBody>
      </p:sp>
    </p:spTree>
    <p:extLst>
      <p:ext uri="{BB962C8B-B14F-4D97-AF65-F5344CB8AC3E}">
        <p14:creationId xmlns:p14="http://schemas.microsoft.com/office/powerpoint/2010/main" val="22620247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7908CEF7-0F95-4A42-8394-4CD7BB0C104E}" type="datetimeFigureOut">
              <a:rPr lang="en-IN" smtClean="0"/>
              <a:t>22-12-2025</a:t>
            </a:fld>
            <a:endParaRPr lang="en-IN"/>
          </a:p>
        </p:txBody>
      </p:sp>
      <p:sp>
        <p:nvSpPr>
          <p:cNvPr id="5" name="Footer Placeholder 4"/>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1EBF9BB-1275-45E9-9376-E723A862F956}" type="slidenum">
              <a:rPr lang="en-IN" smtClean="0"/>
              <a:t>‹#›</a:t>
            </a:fld>
            <a:endParaRPr lang="en-IN"/>
          </a:p>
        </p:txBody>
      </p:sp>
    </p:spTree>
    <p:extLst>
      <p:ext uri="{BB962C8B-B14F-4D97-AF65-F5344CB8AC3E}">
        <p14:creationId xmlns:p14="http://schemas.microsoft.com/office/powerpoint/2010/main" val="9939045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7908CEF7-0F95-4A42-8394-4CD7BB0C104E}" type="datetimeFigureOut">
              <a:rPr lang="en-IN" smtClean="0"/>
              <a:t>22-12-2025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1EBF9BB-1275-45E9-9376-E723A862F956}" type="slidenum">
              <a:rPr lang="en-IN" smtClean="0"/>
              <a:t>‹#›</a:t>
            </a:fld>
            <a:endParaRPr lang="en-IN"/>
          </a:p>
        </p:txBody>
      </p:sp>
    </p:spTree>
    <p:extLst>
      <p:ext uri="{BB962C8B-B14F-4D97-AF65-F5344CB8AC3E}">
        <p14:creationId xmlns:p14="http://schemas.microsoft.com/office/powerpoint/2010/main" val="201312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7908CEF7-0F95-4A42-8394-4CD7BB0C104E}" type="datetimeFigureOut">
              <a:rPr lang="en-IN" smtClean="0"/>
              <a:t>22-12-2025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1EBF9BB-1275-45E9-9376-E723A862F956}" type="slidenum">
              <a:rPr lang="en-IN" smtClean="0"/>
              <a:t>‹#›</a:t>
            </a:fld>
            <a:endParaRPr lang="en-IN"/>
          </a:p>
        </p:txBody>
      </p:sp>
    </p:spTree>
    <p:extLst>
      <p:ext uri="{BB962C8B-B14F-4D97-AF65-F5344CB8AC3E}">
        <p14:creationId xmlns:p14="http://schemas.microsoft.com/office/powerpoint/2010/main" val="11927022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7908CEF7-0F95-4A42-8394-4CD7BB0C104E}" type="datetimeFigureOut">
              <a:rPr lang="en-IN" smtClean="0"/>
              <a:t>22-12-2025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1EBF9BB-1275-45E9-9376-E723A862F956}" type="slidenum">
              <a:rPr lang="en-IN" smtClean="0"/>
              <a:t>‹#›</a:t>
            </a:fld>
            <a:endParaRPr lang="en-IN"/>
          </a:p>
        </p:txBody>
      </p:sp>
    </p:spTree>
    <p:extLst>
      <p:ext uri="{BB962C8B-B14F-4D97-AF65-F5344CB8AC3E}">
        <p14:creationId xmlns:p14="http://schemas.microsoft.com/office/powerpoint/2010/main" val="24421511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08CEF7-0F95-4A42-8394-4CD7BB0C104E}" type="datetimeFigureOut">
              <a:rPr lang="en-IN" smtClean="0"/>
              <a:t>22-12-2025</a:t>
            </a:fld>
            <a:endParaRPr lang="en-IN"/>
          </a:p>
        </p:txBody>
      </p:sp>
      <p:sp>
        <p:nvSpPr>
          <p:cNvPr id="3" name="Footer Placeholder 2"/>
          <p:cNvSpPr>
            <a:spLocks noGrp="1"/>
          </p:cNvSpPr>
          <p:nvPr>
            <p:ph type="ftr" sz="quarter" idx="11"/>
          </p:nvPr>
        </p:nvSpPr>
        <p:spPr/>
        <p:txBody>
          <a:bodyPr/>
          <a:lstStyle/>
          <a:p>
            <a:endParaRPr lang="en-I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C1EBF9BB-1275-45E9-9376-E723A862F956}" type="slidenum">
              <a:rPr lang="en-IN" smtClean="0"/>
              <a:t>‹#›</a:t>
            </a:fld>
            <a:endParaRPr lang="en-IN"/>
          </a:p>
        </p:txBody>
      </p:sp>
    </p:spTree>
    <p:extLst>
      <p:ext uri="{BB962C8B-B14F-4D97-AF65-F5344CB8AC3E}">
        <p14:creationId xmlns:p14="http://schemas.microsoft.com/office/powerpoint/2010/main" val="11184652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GB"/>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7908CEF7-0F95-4A42-8394-4CD7BB0C104E}" type="datetimeFigureOut">
              <a:rPr lang="en-IN" smtClean="0"/>
              <a:t>22-12-2025</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1EBF9BB-1275-45E9-9376-E723A862F956}" type="slidenum">
              <a:rPr lang="en-IN" smtClean="0"/>
              <a:t>‹#›</a:t>
            </a:fld>
            <a:endParaRPr lang="en-IN"/>
          </a:p>
        </p:txBody>
      </p:sp>
    </p:spTree>
    <p:extLst>
      <p:ext uri="{BB962C8B-B14F-4D97-AF65-F5344CB8AC3E}">
        <p14:creationId xmlns:p14="http://schemas.microsoft.com/office/powerpoint/2010/main" val="22803378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GB"/>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7908CEF7-0F95-4A42-8394-4CD7BB0C104E}" type="datetimeFigureOut">
              <a:rPr lang="en-IN" smtClean="0"/>
              <a:t>22-12-2025</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1EBF9BB-1275-45E9-9376-E723A862F956}" type="slidenum">
              <a:rPr lang="en-IN" smtClean="0"/>
              <a:t>‹#›</a:t>
            </a:fld>
            <a:endParaRPr lang="en-IN"/>
          </a:p>
        </p:txBody>
      </p:sp>
    </p:spTree>
    <p:extLst>
      <p:ext uri="{BB962C8B-B14F-4D97-AF65-F5344CB8AC3E}">
        <p14:creationId xmlns:p14="http://schemas.microsoft.com/office/powerpoint/2010/main" val="40244992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7908CEF7-0F95-4A42-8394-4CD7BB0C104E}" type="datetimeFigureOut">
              <a:rPr lang="en-IN" smtClean="0"/>
              <a:t>22-12-2025</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C1EBF9BB-1275-45E9-9376-E723A862F956}" type="slidenum">
              <a:rPr lang="en-IN" smtClean="0"/>
              <a:t>‹#›</a:t>
            </a:fld>
            <a:endParaRPr lang="en-IN"/>
          </a:p>
        </p:txBody>
      </p:sp>
    </p:spTree>
    <p:extLst>
      <p:ext uri="{BB962C8B-B14F-4D97-AF65-F5344CB8AC3E}">
        <p14:creationId xmlns:p14="http://schemas.microsoft.com/office/powerpoint/2010/main" val="17995206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GB"/>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7908CEF7-0F95-4A42-8394-4CD7BB0C104E}" type="datetimeFigureOut">
              <a:rPr lang="en-IN" smtClean="0"/>
              <a:t>22-12-2025</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1EBF9BB-1275-45E9-9376-E723A862F956}" type="slidenum">
              <a:rPr lang="en-IN" smtClean="0"/>
              <a:t>‹#›</a:t>
            </a:fld>
            <a:endParaRPr lang="en-IN"/>
          </a:p>
        </p:txBody>
      </p:sp>
    </p:spTree>
    <p:extLst>
      <p:ext uri="{BB962C8B-B14F-4D97-AF65-F5344CB8AC3E}">
        <p14:creationId xmlns:p14="http://schemas.microsoft.com/office/powerpoint/2010/main" val="5654175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GB"/>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7908CEF7-0F95-4A42-8394-4CD7BB0C104E}" type="datetimeFigureOut">
              <a:rPr lang="en-IN" smtClean="0"/>
              <a:t>22-12-2025</a:t>
            </a:fld>
            <a:endParaRPr lang="en-IN"/>
          </a:p>
        </p:txBody>
      </p:sp>
      <p:sp>
        <p:nvSpPr>
          <p:cNvPr id="5" name="Footer Placeholder 4"/>
          <p:cNvSpPr>
            <a:spLocks noGrp="1"/>
          </p:cNvSpPr>
          <p:nvPr>
            <p:ph type="ftr" sz="quarter" idx="11"/>
          </p:nvPr>
        </p:nvSpPr>
        <p:spPr/>
        <p:txBody>
          <a:bodyPr/>
          <a:lstStyle/>
          <a:p>
            <a:endParaRPr lang="en-IN"/>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1EBF9BB-1275-45E9-9376-E723A862F956}" type="slidenum">
              <a:rPr lang="en-IN" smtClean="0"/>
              <a:t>‹#›</a:t>
            </a:fld>
            <a:endParaRPr lang="en-IN"/>
          </a:p>
        </p:txBody>
      </p:sp>
    </p:spTree>
    <p:extLst>
      <p:ext uri="{BB962C8B-B14F-4D97-AF65-F5344CB8AC3E}">
        <p14:creationId xmlns:p14="http://schemas.microsoft.com/office/powerpoint/2010/main" val="22174306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7908CEF7-0F95-4A42-8394-4CD7BB0C104E}" type="datetimeFigureOut">
              <a:rPr lang="en-IN" smtClean="0"/>
              <a:t>22-12-2025</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1EBF9BB-1275-45E9-9376-E723A862F956}" type="slidenum">
              <a:rPr lang="en-IN" smtClean="0"/>
              <a:t>‹#›</a:t>
            </a:fld>
            <a:endParaRPr lang="en-IN"/>
          </a:p>
        </p:txBody>
      </p:sp>
    </p:spTree>
    <p:extLst>
      <p:ext uri="{BB962C8B-B14F-4D97-AF65-F5344CB8AC3E}">
        <p14:creationId xmlns:p14="http://schemas.microsoft.com/office/powerpoint/2010/main" val="13027024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GB"/>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7908CEF7-0F95-4A42-8394-4CD7BB0C104E}" type="datetimeFigureOut">
              <a:rPr lang="en-IN" smtClean="0"/>
              <a:t>22-12-2025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1EBF9BB-1275-45E9-9376-E723A862F956}" type="slidenum">
              <a:rPr lang="en-IN" smtClean="0"/>
              <a:t>‹#›</a:t>
            </a:fld>
            <a:endParaRPr lang="en-IN"/>
          </a:p>
        </p:txBody>
      </p:sp>
    </p:spTree>
    <p:extLst>
      <p:ext uri="{BB962C8B-B14F-4D97-AF65-F5344CB8AC3E}">
        <p14:creationId xmlns:p14="http://schemas.microsoft.com/office/powerpoint/2010/main" val="10423886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GB"/>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7908CEF7-0F95-4A42-8394-4CD7BB0C104E}" type="datetimeFigureOut">
              <a:rPr lang="en-IN" smtClean="0"/>
              <a:t>22-12-2025</a:t>
            </a:fld>
            <a:endParaRPr lang="en-IN"/>
          </a:p>
        </p:txBody>
      </p:sp>
      <p:sp>
        <p:nvSpPr>
          <p:cNvPr id="8" name="Footer Placeholder 7"/>
          <p:cNvSpPr>
            <a:spLocks noGrp="1"/>
          </p:cNvSpPr>
          <p:nvPr>
            <p:ph type="ftr" sz="quarter" idx="11"/>
          </p:nvPr>
        </p:nvSpPr>
        <p:spPr>
          <a:xfrm>
            <a:off x="561111" y="6391838"/>
            <a:ext cx="3644282" cy="304801"/>
          </a:xfrm>
        </p:spPr>
        <p:txBody>
          <a:bodyPr/>
          <a:lstStyle/>
          <a:p>
            <a:endParaRPr lang="en-IN"/>
          </a:p>
        </p:txBody>
      </p:sp>
      <p:sp>
        <p:nvSpPr>
          <p:cNvPr id="9" name="Slide Number Placeholder 8"/>
          <p:cNvSpPr>
            <a:spLocks noGrp="1"/>
          </p:cNvSpPr>
          <p:nvPr>
            <p:ph type="sldNum" sz="quarter" idx="12"/>
          </p:nvPr>
        </p:nvSpPr>
        <p:spPr/>
        <p:txBody>
          <a:bodyPr/>
          <a:lstStyle/>
          <a:p>
            <a:fld id="{C1EBF9BB-1275-45E9-9376-E723A862F956}" type="slidenum">
              <a:rPr lang="en-IN" smtClean="0"/>
              <a:t>‹#›</a:t>
            </a:fld>
            <a:endParaRPr lang="en-IN"/>
          </a:p>
        </p:txBody>
      </p:sp>
    </p:spTree>
    <p:extLst>
      <p:ext uri="{BB962C8B-B14F-4D97-AF65-F5344CB8AC3E}">
        <p14:creationId xmlns:p14="http://schemas.microsoft.com/office/powerpoint/2010/main" val="8855832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7908CEF7-0F95-4A42-8394-4CD7BB0C104E}" type="datetimeFigureOut">
              <a:rPr lang="en-IN" smtClean="0"/>
              <a:t>22-12-2025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1EBF9BB-1275-45E9-9376-E723A862F956}" type="slidenum">
              <a:rPr lang="en-IN" smtClean="0"/>
              <a:t>‹#›</a:t>
            </a:fld>
            <a:endParaRPr lang="en-IN"/>
          </a:p>
        </p:txBody>
      </p:sp>
    </p:spTree>
    <p:extLst>
      <p:ext uri="{BB962C8B-B14F-4D97-AF65-F5344CB8AC3E}">
        <p14:creationId xmlns:p14="http://schemas.microsoft.com/office/powerpoint/2010/main" val="40362601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GB"/>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7908CEF7-0F95-4A42-8394-4CD7BB0C104E}" type="datetimeFigureOut">
              <a:rPr lang="en-IN" smtClean="0"/>
              <a:t>22-12-2025</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C1EBF9BB-1275-45E9-9376-E723A862F956}" type="slidenum">
              <a:rPr lang="en-IN" smtClean="0"/>
              <a:t>‹#›</a:t>
            </a:fld>
            <a:endParaRPr lang="en-IN"/>
          </a:p>
        </p:txBody>
      </p:sp>
    </p:spTree>
    <p:extLst>
      <p:ext uri="{BB962C8B-B14F-4D97-AF65-F5344CB8AC3E}">
        <p14:creationId xmlns:p14="http://schemas.microsoft.com/office/powerpoint/2010/main" val="37842897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GB"/>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7908CEF7-0F95-4A42-8394-4CD7BB0C104E}" type="datetimeFigureOut">
              <a:rPr lang="en-IN" smtClean="0"/>
              <a:t>22-12-2025</a:t>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IN"/>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C1EBF9BB-1275-45E9-9376-E723A862F956}" type="slidenum">
              <a:rPr lang="en-IN" smtClean="0"/>
              <a:t>‹#›</a:t>
            </a:fld>
            <a:endParaRPr lang="en-IN"/>
          </a:p>
        </p:txBody>
      </p:sp>
    </p:spTree>
    <p:extLst>
      <p:ext uri="{BB962C8B-B14F-4D97-AF65-F5344CB8AC3E}">
        <p14:creationId xmlns:p14="http://schemas.microsoft.com/office/powerpoint/2010/main" val="983745361"/>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chart" Target="../charts/chart3.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1.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2.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C2FBA-C484-C4BC-065A-480425986083}"/>
              </a:ext>
            </a:extLst>
          </p:cNvPr>
          <p:cNvSpPr>
            <a:spLocks noGrp="1"/>
          </p:cNvSpPr>
          <p:nvPr>
            <p:ph type="ctrTitle"/>
          </p:nvPr>
        </p:nvSpPr>
        <p:spPr>
          <a:xfrm>
            <a:off x="1524000" y="1307691"/>
            <a:ext cx="9144000" cy="688258"/>
          </a:xfrm>
          <a:solidFill>
            <a:srgbClr val="FFC000"/>
          </a:solidFill>
          <a:ln>
            <a:solidFill>
              <a:srgbClr val="92D050"/>
            </a:solidFill>
          </a:ln>
        </p:spPr>
        <p:txBody>
          <a:bodyPr>
            <a:normAutofit/>
          </a:bodyPr>
          <a:lstStyle/>
          <a:p>
            <a:r>
              <a:rPr lang="en-IN" sz="3600" b="1" dirty="0">
                <a:solidFill>
                  <a:srgbClr val="BF4998"/>
                </a:solidFill>
                <a:latin typeface="Algerian" panose="04020705040A02060702" pitchFamily="82" charset="0"/>
              </a:rPr>
              <a:t>EXPENSE ANALYSIS TO IMPROVE SAVINGS </a:t>
            </a:r>
          </a:p>
        </p:txBody>
      </p:sp>
      <p:sp>
        <p:nvSpPr>
          <p:cNvPr id="3" name="Subtitle 2">
            <a:extLst>
              <a:ext uri="{FF2B5EF4-FFF2-40B4-BE49-F238E27FC236}">
                <a16:creationId xmlns:a16="http://schemas.microsoft.com/office/drawing/2014/main" id="{3D902C85-56F6-0181-D2FC-0BCF5B4A9932}"/>
              </a:ext>
            </a:extLst>
          </p:cNvPr>
          <p:cNvSpPr>
            <a:spLocks noGrp="1"/>
          </p:cNvSpPr>
          <p:nvPr>
            <p:ph type="subTitle" idx="1"/>
          </p:nvPr>
        </p:nvSpPr>
        <p:spPr>
          <a:xfrm>
            <a:off x="1524000" y="2290916"/>
            <a:ext cx="9144000" cy="2966884"/>
          </a:xfrm>
        </p:spPr>
        <p:txBody>
          <a:bodyPr/>
          <a:lstStyle/>
          <a:p>
            <a:endParaRPr lang="en-IN" dirty="0">
              <a:solidFill>
                <a:srgbClr val="0070C0"/>
              </a:solidFill>
              <a:latin typeface="Bahnschrift SemiBold" panose="020B0502040204020203" pitchFamily="34" charset="0"/>
            </a:endParaRPr>
          </a:p>
          <a:p>
            <a:r>
              <a:rPr lang="en-IN" dirty="0">
                <a:solidFill>
                  <a:srgbClr val="00B050"/>
                </a:solidFill>
                <a:latin typeface="Bahnschrift SemiBold" panose="020B0502040204020203" pitchFamily="34" charset="0"/>
              </a:rPr>
              <a:t>                                   THORAM HARITHA NAGA DURGA SINDHU</a:t>
            </a:r>
            <a:endParaRPr lang="en-IN" dirty="0">
              <a:solidFill>
                <a:srgbClr val="BF4998"/>
              </a:solidFill>
              <a:latin typeface="Bahnschrift SemiBold" panose="020B0502040204020203" pitchFamily="34" charset="0"/>
            </a:endParaRPr>
          </a:p>
          <a:p>
            <a:r>
              <a:rPr lang="en-IN" dirty="0">
                <a:solidFill>
                  <a:srgbClr val="00B050"/>
                </a:solidFill>
                <a:latin typeface="Bahnschrift SemiBold" panose="020B0502040204020203" pitchFamily="34" charset="0"/>
              </a:rPr>
              <a:t>                                   KALAL RAHUL GOUD</a:t>
            </a:r>
          </a:p>
          <a:p>
            <a:r>
              <a:rPr lang="en-IN" dirty="0">
                <a:solidFill>
                  <a:srgbClr val="00B050"/>
                </a:solidFill>
                <a:latin typeface="Bahnschrift SemiBold" panose="020B0502040204020203" pitchFamily="34" charset="0"/>
              </a:rPr>
              <a:t>                                   SHAIK HEENA KOUSAR</a:t>
            </a:r>
          </a:p>
          <a:p>
            <a:r>
              <a:rPr lang="en-IN" dirty="0">
                <a:solidFill>
                  <a:srgbClr val="00B050"/>
                </a:solidFill>
                <a:latin typeface="Bahnschrift SemiBold" panose="020B0502040204020203" pitchFamily="34" charset="0"/>
              </a:rPr>
              <a:t>                                   Yousuf nawab</a:t>
            </a:r>
          </a:p>
          <a:p>
            <a:r>
              <a:rPr lang="en-IN" dirty="0">
                <a:solidFill>
                  <a:srgbClr val="00B050"/>
                </a:solidFill>
                <a:latin typeface="Bahnschrift SemiBold" panose="020B0502040204020203" pitchFamily="34" charset="0"/>
              </a:rPr>
              <a:t>                                   Jaffer ALI</a:t>
            </a:r>
          </a:p>
          <a:p>
            <a:endParaRPr lang="en-IN" dirty="0">
              <a:solidFill>
                <a:srgbClr val="0070C0"/>
              </a:solidFill>
              <a:latin typeface="Bahnschrift SemiBold" panose="020B0502040204020203" pitchFamily="34" charset="0"/>
            </a:endParaRPr>
          </a:p>
        </p:txBody>
      </p:sp>
      <p:sp>
        <p:nvSpPr>
          <p:cNvPr id="5" name="Arrow: Right 4">
            <a:extLst>
              <a:ext uri="{FF2B5EF4-FFF2-40B4-BE49-F238E27FC236}">
                <a16:creationId xmlns:a16="http://schemas.microsoft.com/office/drawing/2014/main" id="{7B79057F-8B23-5A14-898B-17F8A923E7C7}"/>
              </a:ext>
            </a:extLst>
          </p:cNvPr>
          <p:cNvSpPr/>
          <p:nvPr/>
        </p:nvSpPr>
        <p:spPr>
          <a:xfrm>
            <a:off x="1728132" y="2197916"/>
            <a:ext cx="1971413" cy="62917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dirty="0">
                <a:solidFill>
                  <a:srgbClr val="00B0F0"/>
                </a:solidFill>
              </a:rPr>
              <a:t>TEAM MEMBERS</a:t>
            </a:r>
          </a:p>
        </p:txBody>
      </p:sp>
      <p:sp>
        <p:nvSpPr>
          <p:cNvPr id="7" name="Rectangle: Rounded Corners 6">
            <a:extLst>
              <a:ext uri="{FF2B5EF4-FFF2-40B4-BE49-F238E27FC236}">
                <a16:creationId xmlns:a16="http://schemas.microsoft.com/office/drawing/2014/main" id="{CDEB1E6D-4BA3-586C-BA7B-FDBFC8338065}"/>
              </a:ext>
            </a:extLst>
          </p:cNvPr>
          <p:cNvSpPr/>
          <p:nvPr/>
        </p:nvSpPr>
        <p:spPr>
          <a:xfrm>
            <a:off x="8086987" y="2688671"/>
            <a:ext cx="1593908" cy="27683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rgbClr val="00B0F0"/>
                </a:solidFill>
              </a:rPr>
              <a:t>AF05041412</a:t>
            </a:r>
          </a:p>
        </p:txBody>
      </p:sp>
      <p:sp>
        <p:nvSpPr>
          <p:cNvPr id="8" name="Rectangle: Rounded Corners 7">
            <a:extLst>
              <a:ext uri="{FF2B5EF4-FFF2-40B4-BE49-F238E27FC236}">
                <a16:creationId xmlns:a16="http://schemas.microsoft.com/office/drawing/2014/main" id="{264B39D8-FB66-717D-AA7F-94241EF917BB}"/>
              </a:ext>
            </a:extLst>
          </p:cNvPr>
          <p:cNvSpPr/>
          <p:nvPr/>
        </p:nvSpPr>
        <p:spPr>
          <a:xfrm>
            <a:off x="6096000" y="3171039"/>
            <a:ext cx="1568741" cy="2831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rgbClr val="00B0F0"/>
                </a:solidFill>
              </a:rPr>
              <a:t>AF05039572</a:t>
            </a:r>
          </a:p>
        </p:txBody>
      </p:sp>
      <p:sp>
        <p:nvSpPr>
          <p:cNvPr id="9" name="Rectangle: Rounded Corners 8">
            <a:extLst>
              <a:ext uri="{FF2B5EF4-FFF2-40B4-BE49-F238E27FC236}">
                <a16:creationId xmlns:a16="http://schemas.microsoft.com/office/drawing/2014/main" id="{2A652948-3FFF-E8CD-2758-38D56581C94C}"/>
              </a:ext>
            </a:extLst>
          </p:cNvPr>
          <p:cNvSpPr/>
          <p:nvPr/>
        </p:nvSpPr>
        <p:spPr>
          <a:xfrm>
            <a:off x="6266577" y="3547167"/>
            <a:ext cx="1568741" cy="2831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rgbClr val="00B0F0"/>
                </a:solidFill>
              </a:rPr>
              <a:t>AF05042620</a:t>
            </a:r>
          </a:p>
        </p:txBody>
      </p:sp>
      <p:sp>
        <p:nvSpPr>
          <p:cNvPr id="10" name="Rectangle: Rounded Corners 9">
            <a:extLst>
              <a:ext uri="{FF2B5EF4-FFF2-40B4-BE49-F238E27FC236}">
                <a16:creationId xmlns:a16="http://schemas.microsoft.com/office/drawing/2014/main" id="{C129B6B2-357D-E37C-E5C1-E53BBB562E72}"/>
              </a:ext>
            </a:extLst>
          </p:cNvPr>
          <p:cNvSpPr/>
          <p:nvPr/>
        </p:nvSpPr>
        <p:spPr>
          <a:xfrm>
            <a:off x="5637402" y="3923591"/>
            <a:ext cx="1568741" cy="2831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rgbClr val="00B0F0"/>
                </a:solidFill>
              </a:rPr>
              <a:t>AF05047409</a:t>
            </a:r>
          </a:p>
        </p:txBody>
      </p:sp>
      <p:sp>
        <p:nvSpPr>
          <p:cNvPr id="11" name="Rectangle: Rounded Corners 10">
            <a:extLst>
              <a:ext uri="{FF2B5EF4-FFF2-40B4-BE49-F238E27FC236}">
                <a16:creationId xmlns:a16="http://schemas.microsoft.com/office/drawing/2014/main" id="{E51F1E4C-A442-1C3A-3ADA-3E8A6BF9D037}"/>
              </a:ext>
            </a:extLst>
          </p:cNvPr>
          <p:cNvSpPr/>
          <p:nvPr/>
        </p:nvSpPr>
        <p:spPr>
          <a:xfrm>
            <a:off x="5142451" y="4341632"/>
            <a:ext cx="1568741" cy="28312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solidFill>
                  <a:srgbClr val="00B0F0"/>
                </a:solidFill>
              </a:rPr>
              <a:t>AF05044937</a:t>
            </a:r>
          </a:p>
        </p:txBody>
      </p:sp>
    </p:spTree>
    <p:custDataLst>
      <p:tags r:id="rId1"/>
    </p:custDataLst>
    <p:extLst>
      <p:ext uri="{BB962C8B-B14F-4D97-AF65-F5344CB8AC3E}">
        <p14:creationId xmlns:p14="http://schemas.microsoft.com/office/powerpoint/2010/main" val="2090038381"/>
      </p:ext>
    </p:extLst>
  </p:cSld>
  <p:clrMapOvr>
    <a:masterClrMapping/>
  </p:clrMapOvr>
  <mc:AlternateContent xmlns:mc="http://schemas.openxmlformats.org/markup-compatibility/2006" xmlns:p14="http://schemas.microsoft.com/office/powerpoint/2010/main">
    <mc:Choice Requires="p14">
      <p:transition p14:dur="0" advTm="19037"/>
    </mc:Choice>
    <mc:Fallback xmlns="">
      <p:transition advTm="1903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fade">
                                      <p:cBhvr>
                                        <p:cTn id="18" dur="1000"/>
                                        <p:tgtEl>
                                          <p:spTgt spid="3">
                                            <p:txEl>
                                              <p:pRg st="1" end="1"/>
                                            </p:txEl>
                                          </p:spTgt>
                                        </p:tgtEl>
                                      </p:cBhvr>
                                    </p:animEffect>
                                    <p:anim calcmode="lin" valueType="num">
                                      <p:cBhvr>
                                        <p:cTn id="19"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3">
                                            <p:txEl>
                                              <p:pRg st="1" end="1"/>
                                            </p:txEl>
                                          </p:spTgt>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1000"/>
                                        <p:tgtEl>
                                          <p:spTgt spid="3">
                                            <p:txEl>
                                              <p:pRg st="2" end="2"/>
                                            </p:txEl>
                                          </p:spTgt>
                                        </p:tgtEl>
                                      </p:cBhvr>
                                    </p:animEffect>
                                    <p:anim calcmode="lin" valueType="num">
                                      <p:cBhvr>
                                        <p:cTn id="24"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5"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fade">
                                      <p:cBhvr>
                                        <p:cTn id="33" dur="1000"/>
                                        <p:tgtEl>
                                          <p:spTgt spid="3">
                                            <p:txEl>
                                              <p:pRg st="4" end="4"/>
                                            </p:txEl>
                                          </p:spTgt>
                                        </p:tgtEl>
                                      </p:cBhvr>
                                    </p:animEffect>
                                    <p:anim calcmode="lin" valueType="num">
                                      <p:cBhvr>
                                        <p:cTn id="34"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animEffect transition="in" filter="fade">
                                      <p:cBhvr>
                                        <p:cTn id="38" dur="1000"/>
                                        <p:tgtEl>
                                          <p:spTgt spid="3">
                                            <p:txEl>
                                              <p:pRg st="5" end="5"/>
                                            </p:txEl>
                                          </p:spTgt>
                                        </p:tgtEl>
                                      </p:cBhvr>
                                    </p:animEffect>
                                    <p:anim calcmode="lin" valueType="num">
                                      <p:cBhvr>
                                        <p:cTn id="3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wipe(down)">
                                      <p:cBhvr>
                                        <p:cTn id="45" dur="500"/>
                                        <p:tgtEl>
                                          <p:spTgt spid="7"/>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8"/>
                                        </p:tgtEl>
                                        <p:attrNameLst>
                                          <p:attrName>style.visibility</p:attrName>
                                        </p:attrNameLst>
                                      </p:cBhvr>
                                      <p:to>
                                        <p:strVal val="visible"/>
                                      </p:to>
                                    </p:set>
                                    <p:animEffect transition="in" filter="wipe(down)">
                                      <p:cBhvr>
                                        <p:cTn id="48" dur="500"/>
                                        <p:tgtEl>
                                          <p:spTgt spid="8"/>
                                        </p:tgtEl>
                                      </p:cBhvr>
                                    </p:animEffect>
                                  </p:childTnLst>
                                </p:cTn>
                              </p:par>
                              <p:par>
                                <p:cTn id="49" presetID="22" presetClass="entr" presetSubtype="4" fill="hold" grpId="0" nodeType="withEffect">
                                  <p:stCondLst>
                                    <p:cond delay="0"/>
                                  </p:stCondLst>
                                  <p:childTnLst>
                                    <p:set>
                                      <p:cBhvr>
                                        <p:cTn id="50" dur="1" fill="hold">
                                          <p:stCondLst>
                                            <p:cond delay="0"/>
                                          </p:stCondLst>
                                        </p:cTn>
                                        <p:tgtEl>
                                          <p:spTgt spid="9"/>
                                        </p:tgtEl>
                                        <p:attrNameLst>
                                          <p:attrName>style.visibility</p:attrName>
                                        </p:attrNameLst>
                                      </p:cBhvr>
                                      <p:to>
                                        <p:strVal val="visible"/>
                                      </p:to>
                                    </p:set>
                                    <p:animEffect transition="in" filter="wipe(down)">
                                      <p:cBhvr>
                                        <p:cTn id="51" dur="500"/>
                                        <p:tgtEl>
                                          <p:spTgt spid="9"/>
                                        </p:tgtEl>
                                      </p:cBhvr>
                                    </p:animEffect>
                                  </p:childTnLst>
                                </p:cTn>
                              </p:par>
                              <p:par>
                                <p:cTn id="52" presetID="22" presetClass="entr" presetSubtype="4" fill="hold" grpId="0" nodeType="withEffect">
                                  <p:stCondLst>
                                    <p:cond delay="0"/>
                                  </p:stCondLst>
                                  <p:childTnLst>
                                    <p:set>
                                      <p:cBhvr>
                                        <p:cTn id="53" dur="1" fill="hold">
                                          <p:stCondLst>
                                            <p:cond delay="0"/>
                                          </p:stCondLst>
                                        </p:cTn>
                                        <p:tgtEl>
                                          <p:spTgt spid="10"/>
                                        </p:tgtEl>
                                        <p:attrNameLst>
                                          <p:attrName>style.visibility</p:attrName>
                                        </p:attrNameLst>
                                      </p:cBhvr>
                                      <p:to>
                                        <p:strVal val="visible"/>
                                      </p:to>
                                    </p:set>
                                    <p:animEffect transition="in" filter="wipe(down)">
                                      <p:cBhvr>
                                        <p:cTn id="54" dur="500"/>
                                        <p:tgtEl>
                                          <p:spTgt spid="10"/>
                                        </p:tgtEl>
                                      </p:cBhvr>
                                    </p:animEffect>
                                  </p:childTnLst>
                                </p:cTn>
                              </p:par>
                              <p:par>
                                <p:cTn id="55" presetID="22" presetClass="entr" presetSubtype="4" fill="hold" grpId="0" nodeType="withEffect">
                                  <p:stCondLst>
                                    <p:cond delay="0"/>
                                  </p:stCondLst>
                                  <p:childTnLst>
                                    <p:set>
                                      <p:cBhvr>
                                        <p:cTn id="56" dur="1" fill="hold">
                                          <p:stCondLst>
                                            <p:cond delay="0"/>
                                          </p:stCondLst>
                                        </p:cTn>
                                        <p:tgtEl>
                                          <p:spTgt spid="11"/>
                                        </p:tgtEl>
                                        <p:attrNameLst>
                                          <p:attrName>style.visibility</p:attrName>
                                        </p:attrNameLst>
                                      </p:cBhvr>
                                      <p:to>
                                        <p:strVal val="visible"/>
                                      </p:to>
                                    </p:set>
                                    <p:animEffect transition="in" filter="wipe(down)">
                                      <p:cBhvr>
                                        <p:cTn id="5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7" grpId="0" animBg="1"/>
      <p:bldP spid="8" grpId="0" animBg="1"/>
      <p:bldP spid="9" grpId="0" animBg="1"/>
      <p:bldP spid="10" grpId="0" animBg="1"/>
      <p:bldP spid="11"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D713D-B781-1798-8143-8F1015DA34DB}"/>
              </a:ext>
            </a:extLst>
          </p:cNvPr>
          <p:cNvSpPr>
            <a:spLocks noGrp="1"/>
          </p:cNvSpPr>
          <p:nvPr>
            <p:ph type="title"/>
          </p:nvPr>
        </p:nvSpPr>
        <p:spPr/>
        <p:txBody>
          <a:bodyPr/>
          <a:lstStyle/>
          <a:p>
            <a:r>
              <a:rPr lang="en-IN" dirty="0">
                <a:solidFill>
                  <a:schemeClr val="accent1"/>
                </a:solidFill>
              </a:rPr>
              <a:t>Problem statement</a:t>
            </a:r>
          </a:p>
        </p:txBody>
      </p:sp>
      <p:sp>
        <p:nvSpPr>
          <p:cNvPr id="3" name="Content Placeholder 2">
            <a:extLst>
              <a:ext uri="{FF2B5EF4-FFF2-40B4-BE49-F238E27FC236}">
                <a16:creationId xmlns:a16="http://schemas.microsoft.com/office/drawing/2014/main" id="{3042812F-7946-5C4C-F99A-807993DA984F}"/>
              </a:ext>
            </a:extLst>
          </p:cNvPr>
          <p:cNvSpPr>
            <a:spLocks noGrp="1"/>
          </p:cNvSpPr>
          <p:nvPr>
            <p:ph idx="1"/>
          </p:nvPr>
        </p:nvSpPr>
        <p:spPr>
          <a:xfrm>
            <a:off x="1683170" y="2772697"/>
            <a:ext cx="8825659" cy="3207774"/>
          </a:xfrm>
        </p:spPr>
        <p:txBody>
          <a:bodyPr/>
          <a:lstStyle/>
          <a:p>
            <a:pPr marL="0" indent="0" algn="just">
              <a:buNone/>
            </a:pPr>
            <a:r>
              <a:rPr lang="en-IN" b="1" dirty="0"/>
              <a:t>Nitin works as a Graphic Designer in a new company. He earns RS 15,000/-  per month. He is planning to buy a scooter for his daily commute to the office.</a:t>
            </a:r>
          </a:p>
          <a:p>
            <a:pPr marL="0" indent="0" algn="just">
              <a:buNone/>
            </a:pPr>
            <a:r>
              <a:rPr lang="en-IN" b="1" dirty="0"/>
              <a:t>      For the last couple of months, Nitin is not able to save at all for his scooter.               His Friend Ayush told him that he needed to figure out where most of the      money goes and cut down that expense.</a:t>
            </a:r>
          </a:p>
          <a:p>
            <a:pPr marL="0" indent="0" algn="just">
              <a:buNone/>
            </a:pPr>
            <a:r>
              <a:rPr lang="en-IN" b="1" dirty="0"/>
              <a:t>      Help Nitin increase his savings by removing some unnecessary expenses.</a:t>
            </a:r>
          </a:p>
        </p:txBody>
      </p:sp>
    </p:spTree>
    <p:custDataLst>
      <p:tags r:id="rId1"/>
    </p:custDataLst>
    <p:extLst>
      <p:ext uri="{BB962C8B-B14F-4D97-AF65-F5344CB8AC3E}">
        <p14:creationId xmlns:p14="http://schemas.microsoft.com/office/powerpoint/2010/main" val="3880428369"/>
      </p:ext>
    </p:extLst>
  </p:cSld>
  <p:clrMapOvr>
    <a:masterClrMapping/>
  </p:clrMapOvr>
  <mc:AlternateContent xmlns:mc="http://schemas.openxmlformats.org/markup-compatibility/2006" xmlns:p14="http://schemas.microsoft.com/office/powerpoint/2010/main">
    <mc:Choice Requires="p14">
      <p:transition spd="slow" p14:dur="2000" advTm="23704"/>
    </mc:Choice>
    <mc:Fallback xmlns="">
      <p:transition spd="slow" advTm="2370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BBC7B-2422-C60D-728F-B6CAEB52F368}"/>
              </a:ext>
            </a:extLst>
          </p:cNvPr>
          <p:cNvSpPr>
            <a:spLocks noGrp="1"/>
          </p:cNvSpPr>
          <p:nvPr>
            <p:ph type="title"/>
          </p:nvPr>
        </p:nvSpPr>
        <p:spPr/>
        <p:txBody>
          <a:bodyPr/>
          <a:lstStyle/>
          <a:p>
            <a:r>
              <a:rPr lang="en-IN" dirty="0">
                <a:solidFill>
                  <a:schemeClr val="accent1"/>
                </a:solidFill>
              </a:rPr>
              <a:t>Objective of the Project</a:t>
            </a:r>
          </a:p>
        </p:txBody>
      </p:sp>
      <p:sp>
        <p:nvSpPr>
          <p:cNvPr id="3" name="Content Placeholder 2">
            <a:extLst>
              <a:ext uri="{FF2B5EF4-FFF2-40B4-BE49-F238E27FC236}">
                <a16:creationId xmlns:a16="http://schemas.microsoft.com/office/drawing/2014/main" id="{1F8300EF-04C3-4F17-43A3-A29AEFFE7B9D}"/>
              </a:ext>
            </a:extLst>
          </p:cNvPr>
          <p:cNvSpPr>
            <a:spLocks noGrp="1"/>
          </p:cNvSpPr>
          <p:nvPr>
            <p:ph idx="1"/>
          </p:nvPr>
        </p:nvSpPr>
        <p:spPr>
          <a:xfrm>
            <a:off x="1683170" y="2527999"/>
            <a:ext cx="8825659" cy="3416300"/>
          </a:xfrm>
        </p:spPr>
        <p:txBody>
          <a:bodyPr>
            <a:normAutofit/>
          </a:bodyPr>
          <a:lstStyle/>
          <a:p>
            <a:r>
              <a:rPr lang="en-IN" sz="2000" dirty="0"/>
              <a:t>To </a:t>
            </a:r>
            <a:r>
              <a:rPr lang="en-IN" sz="2000" b="1" dirty="0"/>
              <a:t>track Nitin’s expenses </a:t>
            </a:r>
            <a:r>
              <a:rPr lang="en-IN" sz="2000" dirty="0"/>
              <a:t>category -wise and month- wise</a:t>
            </a:r>
          </a:p>
          <a:p>
            <a:r>
              <a:rPr lang="en-IN" sz="2000" dirty="0"/>
              <a:t>To identify the </a:t>
            </a:r>
            <a:r>
              <a:rPr lang="en-IN" sz="2000" b="1" dirty="0"/>
              <a:t>highest spending categories</a:t>
            </a:r>
          </a:p>
          <a:p>
            <a:r>
              <a:rPr lang="en-IN" sz="2000" dirty="0"/>
              <a:t>To find </a:t>
            </a:r>
            <a:r>
              <a:rPr lang="en-IN" sz="2000" b="1" dirty="0"/>
              <a:t>non- essential expenses</a:t>
            </a:r>
          </a:p>
          <a:p>
            <a:r>
              <a:rPr lang="en-IN" sz="2000" dirty="0"/>
              <a:t>To provide </a:t>
            </a:r>
            <a:r>
              <a:rPr lang="en-IN" sz="2000" b="1" dirty="0"/>
              <a:t>recommendations </a:t>
            </a:r>
            <a:r>
              <a:rPr lang="en-IN" sz="2000" dirty="0"/>
              <a:t>to help Nitin save money for his scooter</a:t>
            </a:r>
          </a:p>
        </p:txBody>
      </p:sp>
    </p:spTree>
    <p:custDataLst>
      <p:tags r:id="rId1"/>
    </p:custDataLst>
    <p:extLst>
      <p:ext uri="{BB962C8B-B14F-4D97-AF65-F5344CB8AC3E}">
        <p14:creationId xmlns:p14="http://schemas.microsoft.com/office/powerpoint/2010/main" val="1760315291"/>
      </p:ext>
    </p:extLst>
  </p:cSld>
  <p:clrMapOvr>
    <a:masterClrMapping/>
  </p:clrMapOvr>
  <mc:AlternateContent xmlns:mc="http://schemas.openxmlformats.org/markup-compatibility/2006" xmlns:p14="http://schemas.microsoft.com/office/powerpoint/2010/main">
    <mc:Choice Requires="p14">
      <p:transition spd="slow" p14:dur="2000" advTm="23848"/>
    </mc:Choice>
    <mc:Fallback xmlns="">
      <p:transition spd="slow" advTm="2384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62DA4-D9C1-EAEA-590E-CE100EBBFCFA}"/>
              </a:ext>
            </a:extLst>
          </p:cNvPr>
          <p:cNvSpPr>
            <a:spLocks noGrp="1"/>
          </p:cNvSpPr>
          <p:nvPr>
            <p:ph type="title"/>
          </p:nvPr>
        </p:nvSpPr>
        <p:spPr/>
        <p:txBody>
          <a:bodyPr/>
          <a:lstStyle/>
          <a:p>
            <a:r>
              <a:rPr lang="en-IN" dirty="0">
                <a:solidFill>
                  <a:schemeClr val="accent1"/>
                </a:solidFill>
              </a:rPr>
              <a:t>Task Responsibilities</a:t>
            </a:r>
          </a:p>
        </p:txBody>
      </p:sp>
      <p:sp>
        <p:nvSpPr>
          <p:cNvPr id="3" name="Content Placeholder 2">
            <a:extLst>
              <a:ext uri="{FF2B5EF4-FFF2-40B4-BE49-F238E27FC236}">
                <a16:creationId xmlns:a16="http://schemas.microsoft.com/office/drawing/2014/main" id="{DA824A36-61F3-F7F1-1F5E-015D08F05D09}"/>
              </a:ext>
            </a:extLst>
          </p:cNvPr>
          <p:cNvSpPr>
            <a:spLocks noGrp="1"/>
          </p:cNvSpPr>
          <p:nvPr>
            <p:ph sz="half" idx="1"/>
          </p:nvPr>
        </p:nvSpPr>
        <p:spPr>
          <a:xfrm>
            <a:off x="491613" y="2603500"/>
            <a:ext cx="5488499" cy="3649816"/>
          </a:xfrm>
          <a:gradFill>
            <a:gsLst>
              <a:gs pos="13000">
                <a:srgbClr val="92D05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ormAutofit fontScale="77500" lnSpcReduction="20000"/>
          </a:bodyPr>
          <a:lstStyle/>
          <a:p>
            <a:pPr marL="0" indent="0">
              <a:buNone/>
            </a:pPr>
            <a:r>
              <a:rPr lang="en-IN" sz="2100" b="1" dirty="0">
                <a:solidFill>
                  <a:srgbClr val="0070C0"/>
                </a:solidFill>
              </a:rPr>
              <a:t>Part -1</a:t>
            </a:r>
          </a:p>
          <a:p>
            <a:pPr marL="228600" indent="-228600">
              <a:buAutoNum type="arabicPeriod"/>
            </a:pPr>
            <a:r>
              <a:rPr lang="en-IN" dirty="0">
                <a:solidFill>
                  <a:schemeClr val="tx1"/>
                </a:solidFill>
              </a:rPr>
              <a:t>How much is spent for each category (Pivot Table). Visually represent the amount spent against each category is what percentage of the total expense amount (Pivot chart)</a:t>
            </a:r>
          </a:p>
          <a:p>
            <a:pPr marL="228600" indent="-228600">
              <a:buAutoNum type="arabicPeriod"/>
            </a:pPr>
            <a:r>
              <a:rPr lang="en-IN" dirty="0">
                <a:solidFill>
                  <a:schemeClr val="tx1"/>
                </a:solidFill>
              </a:rPr>
              <a:t>How much is spent on different items of each category (Pivot table). Visually represent the amount spent on different items of Entertainment and Ticket and bills category (Pivot Chart)</a:t>
            </a:r>
          </a:p>
          <a:p>
            <a:pPr marL="228600" indent="-228600">
              <a:buAutoNum type="arabicPeriod"/>
            </a:pPr>
            <a:r>
              <a:rPr lang="en-IN" dirty="0">
                <a:solidFill>
                  <a:schemeClr val="tx1"/>
                </a:solidFill>
              </a:rPr>
              <a:t>How many times money has been spent against different items of each category(Pivot Table). Filter the data to display the data for Grocery and shopping items. </a:t>
            </a:r>
          </a:p>
          <a:p>
            <a:pPr marL="228600" indent="-228600">
              <a:buAutoNum type="arabicPeriod"/>
            </a:pPr>
            <a:r>
              <a:rPr lang="en-IN" dirty="0">
                <a:solidFill>
                  <a:schemeClr val="tx1"/>
                </a:solidFill>
              </a:rPr>
              <a:t>What amount is spent on each items of the categories with highest and 2</a:t>
            </a:r>
            <a:r>
              <a:rPr lang="en-IN" baseline="30000" dirty="0">
                <a:solidFill>
                  <a:schemeClr val="tx1"/>
                </a:solidFill>
              </a:rPr>
              <a:t>nd</a:t>
            </a:r>
            <a:r>
              <a:rPr lang="en-IN" dirty="0">
                <a:solidFill>
                  <a:schemeClr val="tx1"/>
                </a:solidFill>
              </a:rPr>
              <a:t> Highest Expense amount (Pivot Table). Visually represent the data with data bars (Conditional Formatting).</a:t>
            </a:r>
          </a:p>
        </p:txBody>
      </p:sp>
      <p:sp>
        <p:nvSpPr>
          <p:cNvPr id="4" name="Content Placeholder 3">
            <a:extLst>
              <a:ext uri="{FF2B5EF4-FFF2-40B4-BE49-F238E27FC236}">
                <a16:creationId xmlns:a16="http://schemas.microsoft.com/office/drawing/2014/main" id="{1F0ED292-1AB1-EBA9-A74A-7B93B3BAB755}"/>
              </a:ext>
            </a:extLst>
          </p:cNvPr>
          <p:cNvSpPr>
            <a:spLocks noGrp="1"/>
          </p:cNvSpPr>
          <p:nvPr>
            <p:ph sz="half" idx="2"/>
          </p:nvPr>
        </p:nvSpPr>
        <p:spPr>
          <a:xfrm>
            <a:off x="6208712" y="2603500"/>
            <a:ext cx="5488499" cy="3649816"/>
          </a:xfrm>
          <a:gradFill>
            <a:gsLst>
              <a:gs pos="13000">
                <a:srgbClr val="92D05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ormAutofit fontScale="77500" lnSpcReduction="20000"/>
          </a:bodyPr>
          <a:lstStyle/>
          <a:p>
            <a:pPr marL="0" indent="0">
              <a:buNone/>
            </a:pPr>
            <a:r>
              <a:rPr lang="en-IN" sz="2100" b="1" dirty="0">
                <a:solidFill>
                  <a:srgbClr val="0070C0"/>
                </a:solidFill>
              </a:rPr>
              <a:t> Part -2</a:t>
            </a:r>
          </a:p>
          <a:p>
            <a:pPr marL="228600" indent="-228600">
              <a:buAutoNum type="arabicPeriod"/>
            </a:pPr>
            <a:r>
              <a:rPr lang="en-IN" dirty="0">
                <a:solidFill>
                  <a:schemeClr val="tx1"/>
                </a:solidFill>
              </a:rPr>
              <a:t>Month-wise trend of expenses ( Pivot table and chart). Find out the month Nithin find the most.</a:t>
            </a:r>
          </a:p>
          <a:p>
            <a:pPr marL="228600" indent="-228600">
              <a:buAutoNum type="arabicPeriod"/>
            </a:pPr>
            <a:r>
              <a:rPr lang="en-IN" dirty="0">
                <a:solidFill>
                  <a:schemeClr val="tx1"/>
                </a:solidFill>
              </a:rPr>
              <a:t>Category wise expenses(Pivot table). Visually represent it with data bars to display categories with the highest and lowest expense amount.</a:t>
            </a:r>
          </a:p>
          <a:p>
            <a:pPr marL="228600" indent="-228600">
              <a:buAutoNum type="arabicPeriod"/>
            </a:pPr>
            <a:r>
              <a:rPr lang="en-IN" dirty="0">
                <a:solidFill>
                  <a:schemeClr val="tx1"/>
                </a:solidFill>
              </a:rPr>
              <a:t>Month- wise expense of each category(Pivot table). Find out 2 categories with higher expenses for each of the 6 months.</a:t>
            </a:r>
          </a:p>
          <a:p>
            <a:pPr marL="228600" indent="-228600">
              <a:buAutoNum type="arabicPeriod"/>
            </a:pPr>
            <a:r>
              <a:rPr lang="en-IN" dirty="0">
                <a:solidFill>
                  <a:schemeClr val="tx1"/>
                </a:solidFill>
              </a:rPr>
              <a:t>How much spent in each month against different items of Entertainment, Food and Shipping categories(Pivot table). Find out which months have  the highest amount spent for movies and dining out.</a:t>
            </a:r>
          </a:p>
          <a:p>
            <a:pPr marL="228600" indent="-228600">
              <a:buAutoNum type="arabicPeriod"/>
            </a:pPr>
            <a:r>
              <a:rPr lang="en-IN" dirty="0">
                <a:solidFill>
                  <a:schemeClr val="tx1"/>
                </a:solidFill>
              </a:rPr>
              <a:t>Decide on the essential and less essential items and analyse the expenses. Recommend how can Nitin increase his savings</a:t>
            </a:r>
            <a:r>
              <a:rPr lang="en-IN" b="1" dirty="0">
                <a:solidFill>
                  <a:srgbClr val="0070C0"/>
                </a:solidFill>
              </a:rPr>
              <a:t>.</a:t>
            </a:r>
            <a:endParaRPr lang="en-IN" dirty="0">
              <a:solidFill>
                <a:schemeClr val="tx1"/>
              </a:solidFill>
            </a:endParaRPr>
          </a:p>
        </p:txBody>
      </p:sp>
    </p:spTree>
    <p:custDataLst>
      <p:tags r:id="rId1"/>
    </p:custDataLst>
    <p:extLst>
      <p:ext uri="{BB962C8B-B14F-4D97-AF65-F5344CB8AC3E}">
        <p14:creationId xmlns:p14="http://schemas.microsoft.com/office/powerpoint/2010/main" val="3242713260"/>
      </p:ext>
    </p:extLst>
  </p:cSld>
  <p:clrMapOvr>
    <a:masterClrMapping/>
  </p:clrMapOvr>
  <mc:AlternateContent xmlns:mc="http://schemas.openxmlformats.org/markup-compatibility/2006" xmlns:p14="http://schemas.microsoft.com/office/powerpoint/2010/main">
    <mc:Choice Requires="p14">
      <p:transition spd="slow" p14:dur="2000" advTm="91287"/>
    </mc:Choice>
    <mc:Fallback xmlns="">
      <p:transition spd="slow" advTm="9128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C8D4F-25D1-FFA1-88B3-0AC15078C782}"/>
              </a:ext>
            </a:extLst>
          </p:cNvPr>
          <p:cNvSpPr>
            <a:spLocks noGrp="1"/>
          </p:cNvSpPr>
          <p:nvPr>
            <p:ph type="title"/>
          </p:nvPr>
        </p:nvSpPr>
        <p:spPr/>
        <p:txBody>
          <a:bodyPr/>
          <a:lstStyle/>
          <a:p>
            <a:r>
              <a:rPr lang="en-IN" dirty="0">
                <a:solidFill>
                  <a:schemeClr val="accent1"/>
                </a:solidFill>
              </a:rPr>
              <a:t>Part 1- Problem 1</a:t>
            </a:r>
          </a:p>
        </p:txBody>
      </p:sp>
      <p:sp>
        <p:nvSpPr>
          <p:cNvPr id="3" name="Content Placeholder 2">
            <a:extLst>
              <a:ext uri="{FF2B5EF4-FFF2-40B4-BE49-F238E27FC236}">
                <a16:creationId xmlns:a16="http://schemas.microsoft.com/office/drawing/2014/main" id="{8CA0CE4D-7004-D79D-FFC9-4E03318388B9}"/>
              </a:ext>
            </a:extLst>
          </p:cNvPr>
          <p:cNvSpPr>
            <a:spLocks noGrp="1"/>
          </p:cNvSpPr>
          <p:nvPr>
            <p:ph idx="1"/>
          </p:nvPr>
        </p:nvSpPr>
        <p:spPr>
          <a:xfrm>
            <a:off x="1154954" y="2603500"/>
            <a:ext cx="9952070" cy="3416300"/>
          </a:xfrm>
        </p:spPr>
        <p:txBody>
          <a:bodyPr/>
          <a:lstStyle/>
          <a:p>
            <a:r>
              <a:rPr lang="en-IN" sz="1200" dirty="0">
                <a:solidFill>
                  <a:schemeClr val="tx1"/>
                </a:solidFill>
              </a:rPr>
              <a:t>How much is spent for each category (Pivot Table). Visually represent the amount spent against each category is what percentage of the total expense amount (Pivot chart)</a:t>
            </a:r>
          </a:p>
          <a:p>
            <a:pPr marL="0" indent="0">
              <a:buNone/>
            </a:pPr>
            <a:endParaRPr lang="en-IN" dirty="0"/>
          </a:p>
        </p:txBody>
      </p:sp>
      <p:graphicFrame>
        <p:nvGraphicFramePr>
          <p:cNvPr id="4" name="Chart 3">
            <a:extLst>
              <a:ext uri="{FF2B5EF4-FFF2-40B4-BE49-F238E27FC236}">
                <a16:creationId xmlns:a16="http://schemas.microsoft.com/office/drawing/2014/main" id="{89CDA071-26FD-0B5E-EB14-EA3379883CA1}"/>
              </a:ext>
            </a:extLst>
          </p:cNvPr>
          <p:cNvGraphicFramePr>
            <a:graphicFrameLocks/>
          </p:cNvGraphicFramePr>
          <p:nvPr>
            <p:extLst>
              <p:ext uri="{D42A27DB-BD31-4B8C-83A1-F6EECF244321}">
                <p14:modId xmlns:p14="http://schemas.microsoft.com/office/powerpoint/2010/main" val="3303072907"/>
              </p:ext>
            </p:extLst>
          </p:nvPr>
        </p:nvGraphicFramePr>
        <p:xfrm>
          <a:off x="5973097" y="3060065"/>
          <a:ext cx="4572000" cy="250317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Table 4">
            <a:extLst>
              <a:ext uri="{FF2B5EF4-FFF2-40B4-BE49-F238E27FC236}">
                <a16:creationId xmlns:a16="http://schemas.microsoft.com/office/drawing/2014/main" id="{179010A2-0807-CD02-14D9-0AB42BB2D8DB}"/>
              </a:ext>
            </a:extLst>
          </p:cNvPr>
          <p:cNvGraphicFramePr>
            <a:graphicFrameLocks noGrp="1"/>
          </p:cNvGraphicFramePr>
          <p:nvPr>
            <p:extLst>
              <p:ext uri="{D42A27DB-BD31-4B8C-83A1-F6EECF244321}">
                <p14:modId xmlns:p14="http://schemas.microsoft.com/office/powerpoint/2010/main" val="1405743999"/>
              </p:ext>
            </p:extLst>
          </p:nvPr>
        </p:nvGraphicFramePr>
        <p:xfrm>
          <a:off x="1474840" y="3060066"/>
          <a:ext cx="4498258" cy="2503172"/>
        </p:xfrm>
        <a:graphic>
          <a:graphicData uri="http://schemas.openxmlformats.org/drawingml/2006/table">
            <a:tbl>
              <a:tblPr>
                <a:tableStyleId>{5C22544A-7EE6-4342-B048-85BDC9FD1C3A}</a:tableStyleId>
              </a:tblPr>
              <a:tblGrid>
                <a:gridCol w="2226638">
                  <a:extLst>
                    <a:ext uri="{9D8B030D-6E8A-4147-A177-3AD203B41FA5}">
                      <a16:colId xmlns:a16="http://schemas.microsoft.com/office/drawing/2014/main" val="563542601"/>
                    </a:ext>
                  </a:extLst>
                </a:gridCol>
                <a:gridCol w="2271620">
                  <a:extLst>
                    <a:ext uri="{9D8B030D-6E8A-4147-A177-3AD203B41FA5}">
                      <a16:colId xmlns:a16="http://schemas.microsoft.com/office/drawing/2014/main" val="1954367048"/>
                    </a:ext>
                  </a:extLst>
                </a:gridCol>
              </a:tblGrid>
              <a:tr h="239342">
                <a:tc>
                  <a:txBody>
                    <a:bodyPr/>
                    <a:lstStyle/>
                    <a:p>
                      <a:pPr algn="l" fontAlgn="b">
                        <a:buNone/>
                      </a:pPr>
                      <a:r>
                        <a:rPr lang="en-IN" sz="1100" u="none" strike="noStrike" dirty="0">
                          <a:effectLst/>
                        </a:rPr>
                        <a:t>Row Labels</a:t>
                      </a:r>
                      <a:endParaRPr lang="en-IN" sz="1100" b="1" i="0" u="none" strike="noStrike" dirty="0">
                        <a:solidFill>
                          <a:srgbClr val="000000"/>
                        </a:solidFill>
                        <a:effectLst/>
                        <a:latin typeface="Calibri" panose="020F0502020204030204" pitchFamily="34" charset="0"/>
                      </a:endParaRPr>
                    </a:p>
                  </a:txBody>
                  <a:tcPr marL="7620" marR="7620" marT="7620" marB="0" anchor="b">
                    <a:solidFill>
                      <a:srgbClr val="92D050"/>
                    </a:solidFill>
                  </a:tcPr>
                </a:tc>
                <a:tc>
                  <a:txBody>
                    <a:bodyPr/>
                    <a:lstStyle/>
                    <a:p>
                      <a:pPr algn="l" fontAlgn="b">
                        <a:buNone/>
                      </a:pPr>
                      <a:r>
                        <a:rPr lang="en-IN" sz="1100" u="none" strike="noStrike" dirty="0">
                          <a:effectLst/>
                        </a:rPr>
                        <a:t>Sum of Expense (INR)</a:t>
                      </a:r>
                      <a:endParaRPr lang="en-IN" sz="1100" b="1" i="0" u="none" strike="noStrike" dirty="0">
                        <a:solidFill>
                          <a:srgbClr val="000000"/>
                        </a:solidFill>
                        <a:effectLst/>
                        <a:latin typeface="Calibri" panose="020F0502020204030204" pitchFamily="34" charset="0"/>
                      </a:endParaRPr>
                    </a:p>
                  </a:txBody>
                  <a:tcPr marL="7620" marR="7620" marT="7620" marB="0" anchor="b">
                    <a:solidFill>
                      <a:srgbClr val="92D050"/>
                    </a:solidFill>
                  </a:tcPr>
                </a:tc>
                <a:extLst>
                  <a:ext uri="{0D108BD9-81ED-4DB2-BD59-A6C34878D82A}">
                    <a16:rowId xmlns:a16="http://schemas.microsoft.com/office/drawing/2014/main" val="4061670870"/>
                  </a:ext>
                </a:extLst>
              </a:tr>
              <a:tr h="239342">
                <a:tc>
                  <a:txBody>
                    <a:bodyPr/>
                    <a:lstStyle/>
                    <a:p>
                      <a:pPr algn="l" fontAlgn="b">
                        <a:buNone/>
                      </a:pPr>
                      <a:r>
                        <a:rPr lang="en-IN" sz="1100" u="none" strike="noStrike" dirty="0">
                          <a:effectLst/>
                        </a:rPr>
                        <a:t>Doctor and Medicine</a:t>
                      </a:r>
                      <a:endParaRPr lang="en-IN" sz="1100" b="0" i="0" u="none" strike="noStrike" dirty="0">
                        <a:solidFill>
                          <a:srgbClr val="000000"/>
                        </a:solidFill>
                        <a:effectLst/>
                        <a:latin typeface="Calibri" panose="020F0502020204030204" pitchFamily="34" charset="0"/>
                      </a:endParaRPr>
                    </a:p>
                  </a:txBody>
                  <a:tcPr marL="7620" marR="7620" marT="7620" marB="0" anchor="b">
                    <a:solidFill>
                      <a:schemeClr val="accent1">
                        <a:lumMod val="20000"/>
                        <a:lumOff val="80000"/>
                      </a:schemeClr>
                    </a:solidFill>
                  </a:tcPr>
                </a:tc>
                <a:tc>
                  <a:txBody>
                    <a:bodyPr/>
                    <a:lstStyle/>
                    <a:p>
                      <a:pPr algn="r" fontAlgn="b">
                        <a:buNone/>
                      </a:pPr>
                      <a:r>
                        <a:rPr lang="en-IN" sz="1100" u="none" strike="noStrike">
                          <a:effectLst/>
                        </a:rPr>
                        <a:t>450</a:t>
                      </a:r>
                      <a:endParaRPr lang="en-IN" sz="1100" b="0" i="0" u="none" strike="noStrike">
                        <a:solidFill>
                          <a:srgbClr val="000000"/>
                        </a:solidFill>
                        <a:effectLst/>
                        <a:latin typeface="Calibri" panose="020F0502020204030204" pitchFamily="34" charset="0"/>
                      </a:endParaRPr>
                    </a:p>
                  </a:txBody>
                  <a:tcPr marL="7620" marR="7620" marT="7620" marB="0" anchor="b">
                    <a:solidFill>
                      <a:schemeClr val="accent1">
                        <a:lumMod val="20000"/>
                        <a:lumOff val="80000"/>
                      </a:schemeClr>
                    </a:solidFill>
                  </a:tcPr>
                </a:tc>
                <a:extLst>
                  <a:ext uri="{0D108BD9-81ED-4DB2-BD59-A6C34878D82A}">
                    <a16:rowId xmlns:a16="http://schemas.microsoft.com/office/drawing/2014/main" val="3176490668"/>
                  </a:ext>
                </a:extLst>
              </a:tr>
              <a:tr h="239342">
                <a:tc>
                  <a:txBody>
                    <a:bodyPr/>
                    <a:lstStyle/>
                    <a:p>
                      <a:pPr algn="l" fontAlgn="b">
                        <a:buNone/>
                      </a:pPr>
                      <a:r>
                        <a:rPr lang="en-IN" sz="1100" u="none" strike="noStrike" dirty="0">
                          <a:effectLst/>
                        </a:rPr>
                        <a:t>Entertainment</a:t>
                      </a:r>
                      <a:endParaRPr lang="en-IN" sz="1100" b="0" i="0" u="none" strike="noStrike" dirty="0">
                        <a:solidFill>
                          <a:srgbClr val="000000"/>
                        </a:solidFill>
                        <a:effectLst/>
                        <a:latin typeface="Calibri" panose="020F0502020204030204" pitchFamily="34" charset="0"/>
                      </a:endParaRPr>
                    </a:p>
                  </a:txBody>
                  <a:tcPr marL="7620" marR="7620" marT="7620" marB="0" anchor="b">
                    <a:solidFill>
                      <a:schemeClr val="accent1">
                        <a:lumMod val="20000"/>
                        <a:lumOff val="80000"/>
                      </a:schemeClr>
                    </a:solidFill>
                  </a:tcPr>
                </a:tc>
                <a:tc>
                  <a:txBody>
                    <a:bodyPr/>
                    <a:lstStyle/>
                    <a:p>
                      <a:pPr algn="r" fontAlgn="b">
                        <a:buNone/>
                      </a:pPr>
                      <a:r>
                        <a:rPr lang="en-IN" sz="1100" u="none" strike="noStrike">
                          <a:effectLst/>
                        </a:rPr>
                        <a:t>1000</a:t>
                      </a:r>
                      <a:endParaRPr lang="en-IN" sz="1100" b="0" i="0" u="none" strike="noStrike">
                        <a:solidFill>
                          <a:srgbClr val="000000"/>
                        </a:solidFill>
                        <a:effectLst/>
                        <a:latin typeface="Calibri" panose="020F0502020204030204" pitchFamily="34" charset="0"/>
                      </a:endParaRPr>
                    </a:p>
                  </a:txBody>
                  <a:tcPr marL="7620" marR="7620" marT="7620" marB="0" anchor="b">
                    <a:solidFill>
                      <a:schemeClr val="accent1">
                        <a:lumMod val="20000"/>
                        <a:lumOff val="80000"/>
                      </a:schemeClr>
                    </a:solidFill>
                  </a:tcPr>
                </a:tc>
                <a:extLst>
                  <a:ext uri="{0D108BD9-81ED-4DB2-BD59-A6C34878D82A}">
                    <a16:rowId xmlns:a16="http://schemas.microsoft.com/office/drawing/2014/main" val="3539542780"/>
                  </a:ext>
                </a:extLst>
              </a:tr>
              <a:tr h="349094">
                <a:tc>
                  <a:txBody>
                    <a:bodyPr/>
                    <a:lstStyle/>
                    <a:p>
                      <a:pPr algn="l" fontAlgn="b">
                        <a:buNone/>
                      </a:pPr>
                      <a:r>
                        <a:rPr lang="en-IN" sz="1100" u="none" strike="noStrike" dirty="0">
                          <a:effectLst/>
                        </a:rPr>
                        <a:t>Food</a:t>
                      </a:r>
                      <a:endParaRPr lang="en-IN" sz="1100" b="0" i="0" u="none" strike="noStrike" dirty="0">
                        <a:solidFill>
                          <a:srgbClr val="000000"/>
                        </a:solidFill>
                        <a:effectLst/>
                        <a:latin typeface="Calibri" panose="020F0502020204030204" pitchFamily="34" charset="0"/>
                      </a:endParaRPr>
                    </a:p>
                  </a:txBody>
                  <a:tcPr marL="7620" marR="7620" marT="7620" marB="0" anchor="b">
                    <a:solidFill>
                      <a:schemeClr val="accent1">
                        <a:lumMod val="20000"/>
                        <a:lumOff val="80000"/>
                      </a:schemeClr>
                    </a:solidFill>
                  </a:tcPr>
                </a:tc>
                <a:tc>
                  <a:txBody>
                    <a:bodyPr/>
                    <a:lstStyle/>
                    <a:p>
                      <a:pPr algn="r" fontAlgn="b">
                        <a:buNone/>
                      </a:pPr>
                      <a:r>
                        <a:rPr lang="en-IN" sz="1100" u="none" strike="noStrike">
                          <a:effectLst/>
                        </a:rPr>
                        <a:t>850</a:t>
                      </a:r>
                      <a:endParaRPr lang="en-IN" sz="1100" b="0" i="0" u="none" strike="noStrike">
                        <a:solidFill>
                          <a:srgbClr val="000000"/>
                        </a:solidFill>
                        <a:effectLst/>
                        <a:latin typeface="Calibri" panose="020F0502020204030204" pitchFamily="34" charset="0"/>
                      </a:endParaRPr>
                    </a:p>
                  </a:txBody>
                  <a:tcPr marL="7620" marR="7620" marT="7620" marB="0" anchor="b">
                    <a:solidFill>
                      <a:schemeClr val="accent1">
                        <a:lumMod val="20000"/>
                        <a:lumOff val="80000"/>
                      </a:schemeClr>
                    </a:solidFill>
                  </a:tcPr>
                </a:tc>
                <a:extLst>
                  <a:ext uri="{0D108BD9-81ED-4DB2-BD59-A6C34878D82A}">
                    <a16:rowId xmlns:a16="http://schemas.microsoft.com/office/drawing/2014/main" val="2770626693"/>
                  </a:ext>
                </a:extLst>
              </a:tr>
              <a:tr h="239342">
                <a:tc>
                  <a:txBody>
                    <a:bodyPr/>
                    <a:lstStyle/>
                    <a:p>
                      <a:pPr algn="l" fontAlgn="b">
                        <a:buNone/>
                      </a:pPr>
                      <a:r>
                        <a:rPr lang="en-IN" sz="1100" u="none" strike="noStrike" dirty="0">
                          <a:effectLst/>
                        </a:rPr>
                        <a:t>Grocery</a:t>
                      </a:r>
                      <a:endParaRPr lang="en-IN" sz="1100" b="0" i="0" u="none" strike="noStrike" dirty="0">
                        <a:solidFill>
                          <a:srgbClr val="000000"/>
                        </a:solidFill>
                        <a:effectLst/>
                        <a:latin typeface="Calibri" panose="020F0502020204030204" pitchFamily="34" charset="0"/>
                      </a:endParaRPr>
                    </a:p>
                  </a:txBody>
                  <a:tcPr marL="7620" marR="7620" marT="7620" marB="0" anchor="b">
                    <a:solidFill>
                      <a:schemeClr val="accent1">
                        <a:lumMod val="20000"/>
                        <a:lumOff val="80000"/>
                      </a:schemeClr>
                    </a:solidFill>
                  </a:tcPr>
                </a:tc>
                <a:tc>
                  <a:txBody>
                    <a:bodyPr/>
                    <a:lstStyle/>
                    <a:p>
                      <a:pPr algn="r" fontAlgn="b">
                        <a:buNone/>
                      </a:pPr>
                      <a:r>
                        <a:rPr lang="en-IN" sz="1100" u="none" strike="noStrike" dirty="0">
                          <a:effectLst/>
                        </a:rPr>
                        <a:t>4690</a:t>
                      </a:r>
                      <a:endParaRPr lang="en-IN" sz="1100" b="0" i="0" u="none" strike="noStrike" dirty="0">
                        <a:solidFill>
                          <a:srgbClr val="000000"/>
                        </a:solidFill>
                        <a:effectLst/>
                        <a:latin typeface="Calibri" panose="020F0502020204030204" pitchFamily="34" charset="0"/>
                      </a:endParaRPr>
                    </a:p>
                  </a:txBody>
                  <a:tcPr marL="7620" marR="7620" marT="7620" marB="0" anchor="b">
                    <a:solidFill>
                      <a:schemeClr val="accent1">
                        <a:lumMod val="20000"/>
                        <a:lumOff val="80000"/>
                      </a:schemeClr>
                    </a:solidFill>
                  </a:tcPr>
                </a:tc>
                <a:extLst>
                  <a:ext uri="{0D108BD9-81ED-4DB2-BD59-A6C34878D82A}">
                    <a16:rowId xmlns:a16="http://schemas.microsoft.com/office/drawing/2014/main" val="3676350975"/>
                  </a:ext>
                </a:extLst>
              </a:tr>
              <a:tr h="239342">
                <a:tc>
                  <a:txBody>
                    <a:bodyPr/>
                    <a:lstStyle/>
                    <a:p>
                      <a:pPr algn="l" fontAlgn="b">
                        <a:buNone/>
                      </a:pPr>
                      <a:r>
                        <a:rPr lang="en-IN" sz="1100" u="none" strike="noStrike">
                          <a:effectLst/>
                        </a:rPr>
                        <a:t>Miscellaneous</a:t>
                      </a:r>
                      <a:endParaRPr lang="en-IN" sz="1100" b="0" i="0" u="none" strike="noStrike">
                        <a:solidFill>
                          <a:srgbClr val="000000"/>
                        </a:solidFill>
                        <a:effectLst/>
                        <a:latin typeface="Calibri" panose="020F0502020204030204" pitchFamily="34" charset="0"/>
                      </a:endParaRPr>
                    </a:p>
                  </a:txBody>
                  <a:tcPr marL="7620" marR="7620" marT="7620" marB="0" anchor="b">
                    <a:solidFill>
                      <a:schemeClr val="accent1">
                        <a:lumMod val="20000"/>
                        <a:lumOff val="80000"/>
                      </a:schemeClr>
                    </a:solidFill>
                  </a:tcPr>
                </a:tc>
                <a:tc>
                  <a:txBody>
                    <a:bodyPr/>
                    <a:lstStyle/>
                    <a:p>
                      <a:pPr algn="r" fontAlgn="b">
                        <a:buNone/>
                      </a:pPr>
                      <a:r>
                        <a:rPr lang="en-IN" sz="1100" u="none" strike="noStrike" dirty="0">
                          <a:effectLst/>
                        </a:rPr>
                        <a:t>500</a:t>
                      </a:r>
                      <a:endParaRPr lang="en-IN" sz="1100" b="0" i="0" u="none" strike="noStrike" dirty="0">
                        <a:solidFill>
                          <a:srgbClr val="000000"/>
                        </a:solidFill>
                        <a:effectLst/>
                        <a:latin typeface="Calibri" panose="020F0502020204030204" pitchFamily="34" charset="0"/>
                      </a:endParaRPr>
                    </a:p>
                  </a:txBody>
                  <a:tcPr marL="7620" marR="7620" marT="7620" marB="0" anchor="b">
                    <a:solidFill>
                      <a:schemeClr val="accent1">
                        <a:lumMod val="20000"/>
                        <a:lumOff val="80000"/>
                      </a:schemeClr>
                    </a:solidFill>
                  </a:tcPr>
                </a:tc>
                <a:extLst>
                  <a:ext uri="{0D108BD9-81ED-4DB2-BD59-A6C34878D82A}">
                    <a16:rowId xmlns:a16="http://schemas.microsoft.com/office/drawing/2014/main" val="3832565465"/>
                  </a:ext>
                </a:extLst>
              </a:tr>
              <a:tr h="239342">
                <a:tc>
                  <a:txBody>
                    <a:bodyPr/>
                    <a:lstStyle/>
                    <a:p>
                      <a:pPr algn="l" fontAlgn="b">
                        <a:buNone/>
                      </a:pPr>
                      <a:r>
                        <a:rPr lang="en-IN" sz="1100" u="none" strike="noStrike">
                          <a:effectLst/>
                        </a:rPr>
                        <a:t>Shopping</a:t>
                      </a:r>
                      <a:endParaRPr lang="en-IN" sz="1100" b="0" i="0" u="none" strike="noStrike">
                        <a:solidFill>
                          <a:srgbClr val="000000"/>
                        </a:solidFill>
                        <a:effectLst/>
                        <a:latin typeface="Calibri" panose="020F0502020204030204" pitchFamily="34" charset="0"/>
                      </a:endParaRPr>
                    </a:p>
                  </a:txBody>
                  <a:tcPr marL="7620" marR="7620" marT="7620" marB="0" anchor="b">
                    <a:solidFill>
                      <a:schemeClr val="accent1">
                        <a:lumMod val="20000"/>
                        <a:lumOff val="80000"/>
                      </a:schemeClr>
                    </a:solidFill>
                  </a:tcPr>
                </a:tc>
                <a:tc>
                  <a:txBody>
                    <a:bodyPr/>
                    <a:lstStyle/>
                    <a:p>
                      <a:pPr algn="r" fontAlgn="b">
                        <a:buNone/>
                      </a:pPr>
                      <a:r>
                        <a:rPr lang="en-IN" sz="1100" u="none" strike="noStrike" dirty="0">
                          <a:effectLst/>
                        </a:rPr>
                        <a:t>3500</a:t>
                      </a:r>
                      <a:endParaRPr lang="en-IN" sz="1100" b="0" i="0" u="none" strike="noStrike" dirty="0">
                        <a:solidFill>
                          <a:srgbClr val="000000"/>
                        </a:solidFill>
                        <a:effectLst/>
                        <a:latin typeface="Calibri" panose="020F0502020204030204" pitchFamily="34" charset="0"/>
                      </a:endParaRPr>
                    </a:p>
                  </a:txBody>
                  <a:tcPr marL="7620" marR="7620" marT="7620" marB="0" anchor="b">
                    <a:solidFill>
                      <a:schemeClr val="accent1">
                        <a:lumMod val="20000"/>
                        <a:lumOff val="80000"/>
                      </a:schemeClr>
                    </a:solidFill>
                  </a:tcPr>
                </a:tc>
                <a:extLst>
                  <a:ext uri="{0D108BD9-81ED-4DB2-BD59-A6C34878D82A}">
                    <a16:rowId xmlns:a16="http://schemas.microsoft.com/office/drawing/2014/main" val="2411368492"/>
                  </a:ext>
                </a:extLst>
              </a:tr>
              <a:tr h="239342">
                <a:tc>
                  <a:txBody>
                    <a:bodyPr/>
                    <a:lstStyle/>
                    <a:p>
                      <a:pPr algn="l" fontAlgn="b">
                        <a:buNone/>
                      </a:pPr>
                      <a:r>
                        <a:rPr lang="en-IN" sz="1100" u="none" strike="noStrike">
                          <a:effectLst/>
                        </a:rPr>
                        <a:t>Ticket and Bills</a:t>
                      </a:r>
                      <a:endParaRPr lang="en-IN" sz="1100" b="0" i="0" u="none" strike="noStrike">
                        <a:solidFill>
                          <a:srgbClr val="000000"/>
                        </a:solidFill>
                        <a:effectLst/>
                        <a:latin typeface="Calibri" panose="020F0502020204030204" pitchFamily="34" charset="0"/>
                      </a:endParaRPr>
                    </a:p>
                  </a:txBody>
                  <a:tcPr marL="7620" marR="7620" marT="7620" marB="0" anchor="b">
                    <a:solidFill>
                      <a:schemeClr val="accent1">
                        <a:lumMod val="20000"/>
                        <a:lumOff val="80000"/>
                      </a:schemeClr>
                    </a:solidFill>
                  </a:tcPr>
                </a:tc>
                <a:tc>
                  <a:txBody>
                    <a:bodyPr/>
                    <a:lstStyle/>
                    <a:p>
                      <a:pPr algn="r" fontAlgn="b">
                        <a:buNone/>
                      </a:pPr>
                      <a:r>
                        <a:rPr lang="en-IN" sz="1100" u="none" strike="noStrike" dirty="0">
                          <a:effectLst/>
                        </a:rPr>
                        <a:t>2570</a:t>
                      </a:r>
                      <a:endParaRPr lang="en-IN" sz="1100" b="0" i="0" u="none" strike="noStrike" dirty="0">
                        <a:solidFill>
                          <a:srgbClr val="000000"/>
                        </a:solidFill>
                        <a:effectLst/>
                        <a:latin typeface="Calibri" panose="020F0502020204030204" pitchFamily="34" charset="0"/>
                      </a:endParaRPr>
                    </a:p>
                  </a:txBody>
                  <a:tcPr marL="7620" marR="7620" marT="7620" marB="0" anchor="b">
                    <a:solidFill>
                      <a:schemeClr val="accent1">
                        <a:lumMod val="20000"/>
                        <a:lumOff val="80000"/>
                      </a:schemeClr>
                    </a:solidFill>
                  </a:tcPr>
                </a:tc>
                <a:extLst>
                  <a:ext uri="{0D108BD9-81ED-4DB2-BD59-A6C34878D82A}">
                    <a16:rowId xmlns:a16="http://schemas.microsoft.com/office/drawing/2014/main" val="1385265350"/>
                  </a:ext>
                </a:extLst>
              </a:tr>
              <a:tr h="239342">
                <a:tc>
                  <a:txBody>
                    <a:bodyPr/>
                    <a:lstStyle/>
                    <a:p>
                      <a:pPr algn="l" fontAlgn="b">
                        <a:buNone/>
                      </a:pPr>
                      <a:r>
                        <a:rPr lang="en-IN" sz="1100" u="none" strike="noStrike">
                          <a:effectLst/>
                        </a:rPr>
                        <a:t>(blank)</a:t>
                      </a:r>
                      <a:endParaRPr lang="en-IN" sz="1100" b="0" i="0" u="none" strike="noStrike">
                        <a:solidFill>
                          <a:srgbClr val="000000"/>
                        </a:solidFill>
                        <a:effectLst/>
                        <a:latin typeface="Calibri" panose="020F0502020204030204" pitchFamily="34" charset="0"/>
                      </a:endParaRPr>
                    </a:p>
                  </a:txBody>
                  <a:tcPr marL="7620" marR="7620" marT="7620" marB="0" anchor="b">
                    <a:solidFill>
                      <a:schemeClr val="accent1">
                        <a:lumMod val="20000"/>
                        <a:lumOff val="80000"/>
                      </a:schemeClr>
                    </a:solidFill>
                  </a:tcPr>
                </a:tc>
                <a:tc>
                  <a:txBody>
                    <a:bodyPr/>
                    <a:lstStyle/>
                    <a:p>
                      <a:pPr algn="l" fontAlgn="b">
                        <a:buNone/>
                      </a:pPr>
                      <a:endParaRPr lang="en-IN" sz="1100" b="0" i="0" u="none" strike="noStrike" dirty="0">
                        <a:solidFill>
                          <a:srgbClr val="000000"/>
                        </a:solidFill>
                        <a:effectLst/>
                        <a:latin typeface="Calibri" panose="020F0502020204030204" pitchFamily="34" charset="0"/>
                      </a:endParaRPr>
                    </a:p>
                  </a:txBody>
                  <a:tcPr marL="7620" marR="7620" marT="7620" marB="0" anchor="b">
                    <a:solidFill>
                      <a:schemeClr val="accent1">
                        <a:lumMod val="20000"/>
                        <a:lumOff val="80000"/>
                      </a:schemeClr>
                    </a:solidFill>
                  </a:tcPr>
                </a:tc>
                <a:extLst>
                  <a:ext uri="{0D108BD9-81ED-4DB2-BD59-A6C34878D82A}">
                    <a16:rowId xmlns:a16="http://schemas.microsoft.com/office/drawing/2014/main" val="1807229414"/>
                  </a:ext>
                </a:extLst>
              </a:tr>
              <a:tr h="239342">
                <a:tc>
                  <a:txBody>
                    <a:bodyPr/>
                    <a:lstStyle/>
                    <a:p>
                      <a:pPr algn="l" fontAlgn="b">
                        <a:buNone/>
                      </a:pPr>
                      <a:r>
                        <a:rPr lang="en-IN" sz="1100" u="none" strike="noStrike" dirty="0">
                          <a:effectLst/>
                        </a:rPr>
                        <a:t>Grand Total</a:t>
                      </a:r>
                      <a:endParaRPr lang="en-IN" sz="1100" b="1" i="0" u="none" strike="noStrike" dirty="0">
                        <a:solidFill>
                          <a:srgbClr val="000000"/>
                        </a:solidFill>
                        <a:effectLst/>
                        <a:latin typeface="Calibri" panose="020F0502020204030204" pitchFamily="34" charset="0"/>
                      </a:endParaRPr>
                    </a:p>
                  </a:txBody>
                  <a:tcPr marL="7620" marR="7620" marT="7620" marB="0" anchor="b">
                    <a:solidFill>
                      <a:schemeClr val="accent5">
                        <a:lumMod val="60000"/>
                        <a:lumOff val="40000"/>
                      </a:schemeClr>
                    </a:solidFill>
                  </a:tcPr>
                </a:tc>
                <a:tc>
                  <a:txBody>
                    <a:bodyPr/>
                    <a:lstStyle/>
                    <a:p>
                      <a:pPr algn="r" fontAlgn="b">
                        <a:buNone/>
                      </a:pPr>
                      <a:r>
                        <a:rPr lang="en-IN" sz="1100" u="none" strike="noStrike" dirty="0">
                          <a:effectLst/>
                        </a:rPr>
                        <a:t>13560</a:t>
                      </a:r>
                      <a:endParaRPr lang="en-IN" sz="1100" b="1" i="0" u="none" strike="noStrike" dirty="0">
                        <a:solidFill>
                          <a:srgbClr val="000000"/>
                        </a:solidFill>
                        <a:effectLst/>
                        <a:latin typeface="Calibri" panose="020F0502020204030204" pitchFamily="34" charset="0"/>
                      </a:endParaRPr>
                    </a:p>
                  </a:txBody>
                  <a:tcPr marL="7620" marR="7620" marT="7620" marB="0" anchor="b">
                    <a:solidFill>
                      <a:schemeClr val="accent5">
                        <a:lumMod val="60000"/>
                        <a:lumOff val="40000"/>
                      </a:schemeClr>
                    </a:solidFill>
                  </a:tcPr>
                </a:tc>
                <a:extLst>
                  <a:ext uri="{0D108BD9-81ED-4DB2-BD59-A6C34878D82A}">
                    <a16:rowId xmlns:a16="http://schemas.microsoft.com/office/drawing/2014/main" val="3610059719"/>
                  </a:ext>
                </a:extLst>
              </a:tr>
            </a:tbl>
          </a:graphicData>
        </a:graphic>
      </p:graphicFrame>
    </p:spTree>
    <p:custDataLst>
      <p:tags r:id="rId1"/>
    </p:custDataLst>
    <p:extLst>
      <p:ext uri="{BB962C8B-B14F-4D97-AF65-F5344CB8AC3E}">
        <p14:creationId xmlns:p14="http://schemas.microsoft.com/office/powerpoint/2010/main" val="2667999508"/>
      </p:ext>
    </p:extLst>
  </p:cSld>
  <p:clrMapOvr>
    <a:masterClrMapping/>
  </p:clrMapOvr>
  <mc:AlternateContent xmlns:mc="http://schemas.openxmlformats.org/markup-compatibility/2006" xmlns:p14="http://schemas.microsoft.com/office/powerpoint/2010/main">
    <mc:Choice Requires="p14">
      <p:transition spd="slow" p14:dur="2000" advTm="53243"/>
    </mc:Choice>
    <mc:Fallback xmlns="">
      <p:transition spd="slow" advTm="5324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7511B-120B-348B-54F1-3263F3B30BCA}"/>
              </a:ext>
            </a:extLst>
          </p:cNvPr>
          <p:cNvSpPr>
            <a:spLocks noGrp="1"/>
          </p:cNvSpPr>
          <p:nvPr>
            <p:ph type="title"/>
          </p:nvPr>
        </p:nvSpPr>
        <p:spPr/>
        <p:txBody>
          <a:bodyPr/>
          <a:lstStyle/>
          <a:p>
            <a:r>
              <a:rPr lang="en-IN" dirty="0">
                <a:solidFill>
                  <a:schemeClr val="accent1"/>
                </a:solidFill>
              </a:rPr>
              <a:t>Part 1- Problem 2</a:t>
            </a:r>
          </a:p>
        </p:txBody>
      </p:sp>
      <p:sp>
        <p:nvSpPr>
          <p:cNvPr id="3" name="Content Placeholder 2">
            <a:extLst>
              <a:ext uri="{FF2B5EF4-FFF2-40B4-BE49-F238E27FC236}">
                <a16:creationId xmlns:a16="http://schemas.microsoft.com/office/drawing/2014/main" id="{757E2297-FC59-2F1E-3AA2-F9AE580A5C5C}"/>
              </a:ext>
            </a:extLst>
          </p:cNvPr>
          <p:cNvSpPr>
            <a:spLocks noGrp="1"/>
          </p:cNvSpPr>
          <p:nvPr>
            <p:ph idx="1"/>
          </p:nvPr>
        </p:nvSpPr>
        <p:spPr/>
        <p:txBody>
          <a:bodyPr/>
          <a:lstStyle/>
          <a:p>
            <a:r>
              <a:rPr lang="en-IN" sz="1200" dirty="0">
                <a:solidFill>
                  <a:schemeClr val="tx1"/>
                </a:solidFill>
              </a:rPr>
              <a:t>How much is spent on different items of each category (Pivot table). Visually represent the amount spent on different items of Entertainment and Ticket and bills category (Pivot Chart)</a:t>
            </a:r>
          </a:p>
          <a:p>
            <a:endParaRPr lang="en-IN" dirty="0"/>
          </a:p>
        </p:txBody>
      </p:sp>
      <p:graphicFrame>
        <p:nvGraphicFramePr>
          <p:cNvPr id="6" name="Table 5">
            <a:extLst>
              <a:ext uri="{FF2B5EF4-FFF2-40B4-BE49-F238E27FC236}">
                <a16:creationId xmlns:a16="http://schemas.microsoft.com/office/drawing/2014/main" id="{B55261B4-2B45-1AA5-AA04-100366283F3B}"/>
              </a:ext>
            </a:extLst>
          </p:cNvPr>
          <p:cNvGraphicFramePr>
            <a:graphicFrameLocks noGrp="1"/>
          </p:cNvGraphicFramePr>
          <p:nvPr>
            <p:extLst>
              <p:ext uri="{D42A27DB-BD31-4B8C-83A1-F6EECF244321}">
                <p14:modId xmlns:p14="http://schemas.microsoft.com/office/powerpoint/2010/main" val="3139981720"/>
              </p:ext>
            </p:extLst>
          </p:nvPr>
        </p:nvGraphicFramePr>
        <p:xfrm>
          <a:off x="1635876" y="3429000"/>
          <a:ext cx="3313630" cy="2100909"/>
        </p:xfrm>
        <a:graphic>
          <a:graphicData uri="http://schemas.openxmlformats.org/drawingml/2006/table">
            <a:tbl>
              <a:tblPr/>
              <a:tblGrid>
                <a:gridCol w="1189594">
                  <a:extLst>
                    <a:ext uri="{9D8B030D-6E8A-4147-A177-3AD203B41FA5}">
                      <a16:colId xmlns:a16="http://schemas.microsoft.com/office/drawing/2014/main" val="1540723963"/>
                    </a:ext>
                  </a:extLst>
                </a:gridCol>
                <a:gridCol w="2124036">
                  <a:extLst>
                    <a:ext uri="{9D8B030D-6E8A-4147-A177-3AD203B41FA5}">
                      <a16:colId xmlns:a16="http://schemas.microsoft.com/office/drawing/2014/main" val="1016776369"/>
                    </a:ext>
                  </a:extLst>
                </a:gridCol>
              </a:tblGrid>
              <a:tr h="156267">
                <a:tc>
                  <a:txBody>
                    <a:bodyPr/>
                    <a:lstStyle/>
                    <a:p>
                      <a:pPr algn="l" fontAlgn="b">
                        <a:buNone/>
                      </a:pPr>
                      <a:r>
                        <a:rPr lang="en-IN" sz="1100" b="0" i="0" u="none" strike="noStrike" dirty="0">
                          <a:solidFill>
                            <a:schemeClr val="tx1"/>
                          </a:solidFill>
                          <a:effectLst/>
                          <a:latin typeface="Calibri" panose="020F0502020204030204" pitchFamily="34" charset="0"/>
                        </a:rPr>
                        <a:t>Category</a:t>
                      </a:r>
                    </a:p>
                  </a:txBody>
                  <a:tcPr marL="7620" marR="7620" marT="7620" marB="0" anchor="b">
                    <a:lnL>
                      <a:noFill/>
                    </a:lnL>
                    <a:lnR>
                      <a:noFill/>
                    </a:lnR>
                    <a:lnT>
                      <a:noFill/>
                    </a:lnT>
                    <a:lnB w="6350" cap="flat" cmpd="sng" algn="ctr">
                      <a:solidFill>
                        <a:srgbClr val="9BC2E6"/>
                      </a:solidFill>
                      <a:prstDash val="solid"/>
                      <a:round/>
                      <a:headEnd type="none" w="med" len="med"/>
                      <a:tailEnd type="none" w="med" len="med"/>
                    </a:lnB>
                    <a:solidFill>
                      <a:srgbClr val="92D050"/>
                    </a:solidFill>
                  </a:tcPr>
                </a:tc>
                <a:tc>
                  <a:txBody>
                    <a:bodyPr/>
                    <a:lstStyle/>
                    <a:p>
                      <a:pPr algn="l" fontAlgn="b">
                        <a:buNone/>
                      </a:pPr>
                      <a:r>
                        <a:rPr lang="en-IN" sz="1100" b="0" i="0" u="none" strike="noStrike" dirty="0">
                          <a:solidFill>
                            <a:schemeClr val="tx1"/>
                          </a:solidFill>
                          <a:effectLst/>
                          <a:latin typeface="Calibri" panose="020F0502020204030204" pitchFamily="34" charset="0"/>
                        </a:rPr>
                        <a:t>(Multiple Items)</a:t>
                      </a:r>
                    </a:p>
                  </a:txBody>
                  <a:tcPr marL="7620" marR="7620" marT="7620" marB="0" anchor="b">
                    <a:lnL>
                      <a:noFill/>
                    </a:lnL>
                    <a:lnR>
                      <a:noFill/>
                    </a:lnR>
                    <a:lnT>
                      <a:noFill/>
                    </a:lnT>
                    <a:lnB w="6350" cap="flat" cmpd="sng" algn="ctr">
                      <a:solidFill>
                        <a:srgbClr val="9BC2E6"/>
                      </a:solidFill>
                      <a:prstDash val="solid"/>
                      <a:round/>
                      <a:headEnd type="none" w="med" len="med"/>
                      <a:tailEnd type="none" w="med" len="med"/>
                    </a:lnB>
                    <a:solidFill>
                      <a:srgbClr val="92D050"/>
                    </a:solidFill>
                  </a:tcPr>
                </a:tc>
                <a:extLst>
                  <a:ext uri="{0D108BD9-81ED-4DB2-BD59-A6C34878D82A}">
                    <a16:rowId xmlns:a16="http://schemas.microsoft.com/office/drawing/2014/main" val="1637565081"/>
                  </a:ext>
                </a:extLst>
              </a:tr>
              <a:tr h="226107">
                <a:tc>
                  <a:txBody>
                    <a:bodyPr/>
                    <a:lstStyle/>
                    <a:p>
                      <a:pPr algn="l" fontAlgn="b">
                        <a:buNone/>
                      </a:pPr>
                      <a:endParaRPr lang="en-IN" sz="1100" b="0" i="0" u="none" strike="noStrike">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9BC2E6"/>
                      </a:solidFill>
                      <a:prstDash val="solid"/>
                      <a:round/>
                      <a:headEnd type="none" w="med" len="med"/>
                      <a:tailEnd type="none" w="med" len="med"/>
                    </a:lnT>
                    <a:lnB>
                      <a:noFill/>
                    </a:lnB>
                    <a:solidFill>
                      <a:schemeClr val="accent5">
                        <a:lumMod val="20000"/>
                        <a:lumOff val="80000"/>
                      </a:schemeClr>
                    </a:solidFill>
                  </a:tcPr>
                </a:tc>
                <a:tc>
                  <a:txBody>
                    <a:bodyPr/>
                    <a:lstStyle/>
                    <a:p>
                      <a:pPr algn="l" fontAlgn="b">
                        <a:buNone/>
                      </a:pPr>
                      <a:endParaRPr lang="en-IN" sz="1100" b="0" i="0" u="none" strike="noStrike">
                        <a:solidFill>
                          <a:srgbClr val="000000"/>
                        </a:solidFill>
                        <a:effectLst/>
                        <a:latin typeface="Calibri" panose="020F0502020204030204" pitchFamily="34" charset="0"/>
                      </a:endParaRPr>
                    </a:p>
                  </a:txBody>
                  <a:tcPr marL="7620" marR="7620" marT="7620" marB="0" anchor="b">
                    <a:lnL>
                      <a:noFill/>
                    </a:lnL>
                    <a:lnR>
                      <a:noFill/>
                    </a:lnR>
                    <a:lnT w="6350" cap="flat" cmpd="sng" algn="ctr">
                      <a:solidFill>
                        <a:srgbClr val="9BC2E6"/>
                      </a:solidFill>
                      <a:prstDash val="solid"/>
                      <a:round/>
                      <a:headEnd type="none" w="med" len="med"/>
                      <a:tailEnd type="none" w="med" len="med"/>
                    </a:lnT>
                    <a:lnB>
                      <a:noFill/>
                    </a:lnB>
                    <a:solidFill>
                      <a:schemeClr val="accent5">
                        <a:lumMod val="20000"/>
                        <a:lumOff val="80000"/>
                      </a:schemeClr>
                    </a:solidFill>
                  </a:tcPr>
                </a:tc>
                <a:extLst>
                  <a:ext uri="{0D108BD9-81ED-4DB2-BD59-A6C34878D82A}">
                    <a16:rowId xmlns:a16="http://schemas.microsoft.com/office/drawing/2014/main" val="3603326875"/>
                  </a:ext>
                </a:extLst>
              </a:tr>
              <a:tr h="226107">
                <a:tc>
                  <a:txBody>
                    <a:bodyPr/>
                    <a:lstStyle/>
                    <a:p>
                      <a:pPr algn="l" fontAlgn="b">
                        <a:buNone/>
                      </a:pPr>
                      <a:r>
                        <a:rPr lang="en-IN" sz="1100" b="1" i="0" u="none" strike="noStrike">
                          <a:solidFill>
                            <a:srgbClr val="000000"/>
                          </a:solidFill>
                          <a:effectLst/>
                          <a:latin typeface="Calibri" panose="020F0502020204030204" pitchFamily="34" charset="0"/>
                        </a:rPr>
                        <a:t>Row Labels</a:t>
                      </a:r>
                    </a:p>
                  </a:txBody>
                  <a:tcPr marL="7620" marR="7620" marT="7620" marB="0" anchor="b">
                    <a:lnL>
                      <a:noFill/>
                    </a:lnL>
                    <a:lnR>
                      <a:noFill/>
                    </a:lnR>
                    <a:lnT>
                      <a:noFill/>
                    </a:lnT>
                    <a:lnB w="6350" cap="flat" cmpd="sng" algn="ctr">
                      <a:solidFill>
                        <a:srgbClr val="9BC2E6"/>
                      </a:solidFill>
                      <a:prstDash val="solid"/>
                      <a:round/>
                      <a:headEnd type="none" w="med" len="med"/>
                      <a:tailEnd type="none" w="med" len="med"/>
                    </a:lnB>
                    <a:solidFill>
                      <a:schemeClr val="accent5">
                        <a:lumMod val="20000"/>
                        <a:lumOff val="80000"/>
                      </a:schemeClr>
                    </a:solidFill>
                  </a:tcPr>
                </a:tc>
                <a:tc>
                  <a:txBody>
                    <a:bodyPr/>
                    <a:lstStyle/>
                    <a:p>
                      <a:pPr algn="l" fontAlgn="b">
                        <a:buNone/>
                      </a:pPr>
                      <a:r>
                        <a:rPr lang="en-IN" sz="1100" b="1" i="0" u="none" strike="noStrike" dirty="0">
                          <a:solidFill>
                            <a:srgbClr val="000000"/>
                          </a:solidFill>
                          <a:effectLst/>
                          <a:latin typeface="Calibri" panose="020F0502020204030204" pitchFamily="34" charset="0"/>
                        </a:rPr>
                        <a:t>Sum of Expense (INR)</a:t>
                      </a:r>
                    </a:p>
                  </a:txBody>
                  <a:tcPr marL="7620" marR="7620" marT="7620" marB="0" anchor="b">
                    <a:lnL>
                      <a:noFill/>
                    </a:lnL>
                    <a:lnR>
                      <a:noFill/>
                    </a:lnR>
                    <a:lnT>
                      <a:noFill/>
                    </a:lnT>
                    <a:lnB w="6350" cap="flat" cmpd="sng" algn="ctr">
                      <a:solidFill>
                        <a:srgbClr val="9BC2E6"/>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59989936"/>
                  </a:ext>
                </a:extLst>
              </a:tr>
              <a:tr h="226107">
                <a:tc>
                  <a:txBody>
                    <a:bodyPr/>
                    <a:lstStyle/>
                    <a:p>
                      <a:pPr algn="l" fontAlgn="b">
                        <a:buNone/>
                      </a:pPr>
                      <a:r>
                        <a:rPr lang="en-IN" sz="1100" b="0" i="0" u="none" strike="noStrike" dirty="0">
                          <a:solidFill>
                            <a:srgbClr val="000000"/>
                          </a:solidFill>
                          <a:effectLst/>
                          <a:latin typeface="Calibri" panose="020F0502020204030204" pitchFamily="34" charset="0"/>
                        </a:rPr>
                        <a:t>Electricity bill</a:t>
                      </a:r>
                    </a:p>
                  </a:txBody>
                  <a:tcPr marL="7620" marR="7620" marT="7620" marB="0" anchor="b">
                    <a:lnL>
                      <a:noFill/>
                    </a:lnL>
                    <a:lnR>
                      <a:noFill/>
                    </a:lnR>
                    <a:lnT w="6350" cap="flat" cmpd="sng" algn="ctr">
                      <a:solidFill>
                        <a:srgbClr val="9BC2E6"/>
                      </a:solidFill>
                      <a:prstDash val="solid"/>
                      <a:round/>
                      <a:headEnd type="none" w="med" len="med"/>
                      <a:tailEnd type="none" w="med" len="med"/>
                    </a:lnT>
                    <a:lnB>
                      <a:noFill/>
                    </a:lnB>
                    <a:solidFill>
                      <a:schemeClr val="accent2">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 370.00</a:t>
                      </a:r>
                    </a:p>
                  </a:txBody>
                  <a:tcPr marL="7620" marR="7620" marT="7620" marB="0" anchor="b">
                    <a:lnL>
                      <a:noFill/>
                    </a:lnL>
                    <a:lnR>
                      <a:noFill/>
                    </a:lnR>
                    <a:lnT w="6350" cap="flat" cmpd="sng" algn="ctr">
                      <a:solidFill>
                        <a:srgbClr val="9BC2E6"/>
                      </a:solidFill>
                      <a:prstDash val="solid"/>
                      <a:round/>
                      <a:headEnd type="none" w="med" len="med"/>
                      <a:tailEnd type="none" w="med" len="med"/>
                    </a:lnT>
                    <a:lnB>
                      <a:noFill/>
                    </a:lnB>
                    <a:solidFill>
                      <a:schemeClr val="accent2">
                        <a:lumMod val="20000"/>
                        <a:lumOff val="80000"/>
                      </a:schemeClr>
                    </a:solidFill>
                  </a:tcPr>
                </a:tc>
                <a:extLst>
                  <a:ext uri="{0D108BD9-81ED-4DB2-BD59-A6C34878D82A}">
                    <a16:rowId xmlns:a16="http://schemas.microsoft.com/office/drawing/2014/main" val="563265853"/>
                  </a:ext>
                </a:extLst>
              </a:tr>
              <a:tr h="226107">
                <a:tc>
                  <a:txBody>
                    <a:bodyPr/>
                    <a:lstStyle/>
                    <a:p>
                      <a:pPr algn="l" fontAlgn="b">
                        <a:buNone/>
                      </a:pPr>
                      <a:r>
                        <a:rPr lang="en-IN" sz="1100" b="0" i="0" u="none" strike="noStrike" dirty="0">
                          <a:solidFill>
                            <a:srgbClr val="000000"/>
                          </a:solidFill>
                          <a:effectLst/>
                          <a:latin typeface="Calibri" panose="020F0502020204030204" pitchFamily="34" charset="0"/>
                        </a:rPr>
                        <a:t>Gas</a:t>
                      </a:r>
                    </a:p>
                  </a:txBody>
                  <a:tcPr marL="7620" marR="7620" marT="7620" marB="0" anchor="b">
                    <a:lnL>
                      <a:noFill/>
                    </a:lnL>
                    <a:lnR>
                      <a:noFill/>
                    </a:lnR>
                    <a:lnT>
                      <a:noFill/>
                    </a:lnT>
                    <a:lnB>
                      <a:noFill/>
                    </a:lnB>
                    <a:solidFill>
                      <a:schemeClr val="accent2">
                        <a:lumMod val="20000"/>
                        <a:lumOff val="80000"/>
                      </a:schemeClr>
                    </a:solidFill>
                  </a:tcPr>
                </a:tc>
                <a:tc>
                  <a:txBody>
                    <a:bodyPr/>
                    <a:lstStyle/>
                    <a:p>
                      <a:pPr algn="r" fontAlgn="b">
                        <a:buNone/>
                      </a:pPr>
                      <a:r>
                        <a:rPr lang="en-IN" sz="1100" b="0" i="0" u="none" strike="noStrike">
                          <a:solidFill>
                            <a:srgbClr val="000000"/>
                          </a:solidFill>
                          <a:effectLst/>
                          <a:latin typeface="Calibri" panose="020F0502020204030204" pitchFamily="34" charset="0"/>
                        </a:rPr>
                        <a:t>₹ 850.00</a:t>
                      </a:r>
                    </a:p>
                  </a:txBody>
                  <a:tcPr marL="7620" marR="7620" marT="7620" marB="0" anchor="b">
                    <a:lnL>
                      <a:noFill/>
                    </a:lnL>
                    <a:lnR>
                      <a:noFill/>
                    </a:lnR>
                    <a:lnT>
                      <a:noFill/>
                    </a:lnT>
                    <a:lnB>
                      <a:noFill/>
                    </a:lnB>
                    <a:solidFill>
                      <a:schemeClr val="accent2">
                        <a:lumMod val="20000"/>
                        <a:lumOff val="80000"/>
                      </a:schemeClr>
                    </a:solidFill>
                  </a:tcPr>
                </a:tc>
                <a:extLst>
                  <a:ext uri="{0D108BD9-81ED-4DB2-BD59-A6C34878D82A}">
                    <a16:rowId xmlns:a16="http://schemas.microsoft.com/office/drawing/2014/main" val="207075627"/>
                  </a:ext>
                </a:extLst>
              </a:tr>
              <a:tr h="226107">
                <a:tc>
                  <a:txBody>
                    <a:bodyPr/>
                    <a:lstStyle/>
                    <a:p>
                      <a:pPr algn="l" fontAlgn="b">
                        <a:buNone/>
                      </a:pPr>
                      <a:r>
                        <a:rPr lang="en-IN" sz="1100" b="0" i="0" u="none" strike="noStrike" dirty="0">
                          <a:solidFill>
                            <a:srgbClr val="000000"/>
                          </a:solidFill>
                          <a:effectLst/>
                          <a:latin typeface="Calibri" panose="020F0502020204030204" pitchFamily="34" charset="0"/>
                        </a:rPr>
                        <a:t>House help</a:t>
                      </a:r>
                    </a:p>
                  </a:txBody>
                  <a:tcPr marL="7620" marR="7620" marT="7620" marB="0" anchor="b">
                    <a:lnL>
                      <a:noFill/>
                    </a:lnL>
                    <a:lnR>
                      <a:noFill/>
                    </a:lnR>
                    <a:lnT>
                      <a:noFill/>
                    </a:lnT>
                    <a:lnB>
                      <a:noFill/>
                    </a:lnB>
                    <a:solidFill>
                      <a:schemeClr val="accent2">
                        <a:lumMod val="20000"/>
                        <a:lumOff val="80000"/>
                      </a:schemeClr>
                    </a:solidFill>
                  </a:tcPr>
                </a:tc>
                <a:tc>
                  <a:txBody>
                    <a:bodyPr/>
                    <a:lstStyle/>
                    <a:p>
                      <a:pPr algn="r" fontAlgn="b">
                        <a:buNone/>
                      </a:pPr>
                      <a:r>
                        <a:rPr lang="en-IN" sz="1100" b="0" i="0" u="none" strike="noStrike" dirty="0">
                          <a:solidFill>
                            <a:srgbClr val="000000"/>
                          </a:solidFill>
                          <a:effectLst/>
                          <a:latin typeface="Calibri" panose="020F0502020204030204" pitchFamily="34" charset="0"/>
                        </a:rPr>
                        <a:t>₹ 1,000.00</a:t>
                      </a:r>
                    </a:p>
                  </a:txBody>
                  <a:tcPr marL="7620" marR="7620" marT="7620" marB="0" anchor="b">
                    <a:lnL>
                      <a:noFill/>
                    </a:lnL>
                    <a:lnR>
                      <a:noFill/>
                    </a:lnR>
                    <a:lnT>
                      <a:noFill/>
                    </a:lnT>
                    <a:lnB>
                      <a:noFill/>
                    </a:lnB>
                    <a:solidFill>
                      <a:schemeClr val="accent2">
                        <a:lumMod val="20000"/>
                        <a:lumOff val="80000"/>
                      </a:schemeClr>
                    </a:solidFill>
                  </a:tcPr>
                </a:tc>
                <a:extLst>
                  <a:ext uri="{0D108BD9-81ED-4DB2-BD59-A6C34878D82A}">
                    <a16:rowId xmlns:a16="http://schemas.microsoft.com/office/drawing/2014/main" val="983308939"/>
                  </a:ext>
                </a:extLst>
              </a:tr>
              <a:tr h="226107">
                <a:tc>
                  <a:txBody>
                    <a:bodyPr/>
                    <a:lstStyle/>
                    <a:p>
                      <a:pPr algn="l" fontAlgn="b">
                        <a:buNone/>
                      </a:pPr>
                      <a:r>
                        <a:rPr lang="en-IN" sz="1100" b="0" i="0" u="none" strike="noStrike">
                          <a:solidFill>
                            <a:srgbClr val="000000"/>
                          </a:solidFill>
                          <a:effectLst/>
                          <a:latin typeface="Calibri" panose="020F0502020204030204" pitchFamily="34" charset="0"/>
                        </a:rPr>
                        <a:t>Movie</a:t>
                      </a:r>
                    </a:p>
                  </a:txBody>
                  <a:tcPr marL="7620" marR="7620" marT="7620" marB="0" anchor="b">
                    <a:lnL>
                      <a:noFill/>
                    </a:lnL>
                    <a:lnR>
                      <a:noFill/>
                    </a:lnR>
                    <a:lnT>
                      <a:noFill/>
                    </a:lnT>
                    <a:lnB>
                      <a:noFill/>
                    </a:lnB>
                    <a:solidFill>
                      <a:schemeClr val="accent2">
                        <a:lumMod val="20000"/>
                        <a:lumOff val="80000"/>
                      </a:schemeClr>
                    </a:solidFill>
                  </a:tcPr>
                </a:tc>
                <a:tc>
                  <a:txBody>
                    <a:bodyPr/>
                    <a:lstStyle/>
                    <a:p>
                      <a:pPr algn="r" fontAlgn="b">
                        <a:buNone/>
                      </a:pPr>
                      <a:r>
                        <a:rPr lang="en-IN" sz="1100" b="0" i="0" u="none" strike="noStrike" dirty="0">
                          <a:solidFill>
                            <a:srgbClr val="000000"/>
                          </a:solidFill>
                          <a:effectLst/>
                          <a:latin typeface="Calibri" panose="020F0502020204030204" pitchFamily="34" charset="0"/>
                        </a:rPr>
                        <a:t>₹ 1,000.00</a:t>
                      </a:r>
                    </a:p>
                  </a:txBody>
                  <a:tcPr marL="7620" marR="7620" marT="7620" marB="0" anchor="b">
                    <a:lnL>
                      <a:noFill/>
                    </a:lnL>
                    <a:lnR>
                      <a:noFill/>
                    </a:lnR>
                    <a:lnT>
                      <a:noFill/>
                    </a:lnT>
                    <a:lnB>
                      <a:noFill/>
                    </a:lnB>
                    <a:solidFill>
                      <a:schemeClr val="accent2">
                        <a:lumMod val="20000"/>
                        <a:lumOff val="80000"/>
                      </a:schemeClr>
                    </a:solidFill>
                  </a:tcPr>
                </a:tc>
                <a:extLst>
                  <a:ext uri="{0D108BD9-81ED-4DB2-BD59-A6C34878D82A}">
                    <a16:rowId xmlns:a16="http://schemas.microsoft.com/office/drawing/2014/main" val="2795188922"/>
                  </a:ext>
                </a:extLst>
              </a:tr>
              <a:tr h="226107">
                <a:tc>
                  <a:txBody>
                    <a:bodyPr/>
                    <a:lstStyle/>
                    <a:p>
                      <a:pPr algn="l" fontAlgn="b">
                        <a:buNone/>
                      </a:pPr>
                      <a:r>
                        <a:rPr lang="en-IN" sz="1100" b="0" i="0" u="none" strike="noStrike">
                          <a:solidFill>
                            <a:srgbClr val="000000"/>
                          </a:solidFill>
                          <a:effectLst/>
                          <a:latin typeface="Calibri" panose="020F0502020204030204" pitchFamily="34" charset="0"/>
                        </a:rPr>
                        <a:t>Railway monthly ticket</a:t>
                      </a:r>
                    </a:p>
                  </a:txBody>
                  <a:tcPr marL="7620" marR="7620" marT="7620" marB="0" anchor="b">
                    <a:lnL>
                      <a:noFill/>
                    </a:lnL>
                    <a:lnR>
                      <a:noFill/>
                    </a:lnR>
                    <a:lnT>
                      <a:noFill/>
                    </a:lnT>
                    <a:lnB w="6350" cap="flat" cmpd="sng" algn="ctr">
                      <a:solidFill>
                        <a:srgbClr val="9BC2E6"/>
                      </a:solidFill>
                      <a:prstDash val="solid"/>
                      <a:round/>
                      <a:headEnd type="none" w="med" len="med"/>
                      <a:tailEnd type="none" w="med" len="med"/>
                    </a:lnB>
                    <a:solidFill>
                      <a:schemeClr val="accent2">
                        <a:lumMod val="20000"/>
                        <a:lumOff val="80000"/>
                      </a:schemeClr>
                    </a:solidFill>
                  </a:tcPr>
                </a:tc>
                <a:tc>
                  <a:txBody>
                    <a:bodyPr/>
                    <a:lstStyle/>
                    <a:p>
                      <a:pPr algn="r" fontAlgn="b">
                        <a:buNone/>
                      </a:pPr>
                      <a:r>
                        <a:rPr lang="en-IN" sz="1100" b="0" i="0" u="none" strike="noStrike" dirty="0">
                          <a:solidFill>
                            <a:srgbClr val="000000"/>
                          </a:solidFill>
                          <a:effectLst/>
                          <a:latin typeface="Calibri" panose="020F0502020204030204" pitchFamily="34" charset="0"/>
                        </a:rPr>
                        <a:t>₹ 350.00</a:t>
                      </a:r>
                    </a:p>
                  </a:txBody>
                  <a:tcPr marL="7620" marR="7620" marT="7620" marB="0" anchor="b">
                    <a:lnL>
                      <a:noFill/>
                    </a:lnL>
                    <a:lnR>
                      <a:noFill/>
                    </a:lnR>
                    <a:lnT>
                      <a:noFill/>
                    </a:lnT>
                    <a:lnB w="6350" cap="flat" cmpd="sng" algn="ctr">
                      <a:solidFill>
                        <a:srgbClr val="9BC2E6"/>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112137797"/>
                  </a:ext>
                </a:extLst>
              </a:tr>
              <a:tr h="226107">
                <a:tc>
                  <a:txBody>
                    <a:bodyPr/>
                    <a:lstStyle/>
                    <a:p>
                      <a:pPr algn="l" fontAlgn="b">
                        <a:buNone/>
                      </a:pPr>
                      <a:r>
                        <a:rPr lang="en-IN" sz="1100" b="1" i="0" u="none" strike="noStrike" dirty="0">
                          <a:solidFill>
                            <a:srgbClr val="000000"/>
                          </a:solidFill>
                          <a:effectLst/>
                          <a:latin typeface="Calibri" panose="020F0502020204030204" pitchFamily="34" charset="0"/>
                        </a:rPr>
                        <a:t>Grand Total</a:t>
                      </a:r>
                    </a:p>
                  </a:txBody>
                  <a:tcPr marL="7620" marR="7620" marT="7620" marB="0" anchor="b">
                    <a:lnL>
                      <a:noFill/>
                    </a:lnL>
                    <a:lnR>
                      <a:noFill/>
                    </a:lnR>
                    <a:lnT w="6350" cap="flat" cmpd="sng" algn="ctr">
                      <a:solidFill>
                        <a:srgbClr val="9BC2E6"/>
                      </a:solidFill>
                      <a:prstDash val="solid"/>
                      <a:round/>
                      <a:headEnd type="none" w="med" len="med"/>
                      <a:tailEnd type="none" w="med" len="med"/>
                    </a:lnT>
                    <a:lnB>
                      <a:noFill/>
                    </a:lnB>
                    <a:solidFill>
                      <a:schemeClr val="accent5">
                        <a:lumMod val="60000"/>
                        <a:lumOff val="40000"/>
                      </a:schemeClr>
                    </a:solidFill>
                  </a:tcPr>
                </a:tc>
                <a:tc>
                  <a:txBody>
                    <a:bodyPr/>
                    <a:lstStyle/>
                    <a:p>
                      <a:pPr algn="r" fontAlgn="b">
                        <a:buNone/>
                      </a:pPr>
                      <a:r>
                        <a:rPr lang="en-IN" sz="1100" b="1" i="0" u="none" strike="noStrike" dirty="0">
                          <a:solidFill>
                            <a:srgbClr val="000000"/>
                          </a:solidFill>
                          <a:effectLst/>
                          <a:latin typeface="Calibri" panose="020F0502020204030204" pitchFamily="34" charset="0"/>
                        </a:rPr>
                        <a:t>₹ 3,570.00</a:t>
                      </a:r>
                    </a:p>
                  </a:txBody>
                  <a:tcPr marL="7620" marR="7620" marT="7620" marB="0" anchor="b">
                    <a:lnL>
                      <a:noFill/>
                    </a:lnL>
                    <a:lnR>
                      <a:noFill/>
                    </a:lnR>
                    <a:lnT w="6350" cap="flat" cmpd="sng" algn="ctr">
                      <a:solidFill>
                        <a:srgbClr val="9BC2E6"/>
                      </a:solidFill>
                      <a:prstDash val="solid"/>
                      <a:round/>
                      <a:headEnd type="none" w="med" len="med"/>
                      <a:tailEnd type="none" w="med" len="med"/>
                    </a:lnT>
                    <a:lnB>
                      <a:noFill/>
                    </a:lnB>
                    <a:solidFill>
                      <a:schemeClr val="accent5">
                        <a:lumMod val="60000"/>
                        <a:lumOff val="40000"/>
                      </a:schemeClr>
                    </a:solidFill>
                  </a:tcPr>
                </a:tc>
                <a:extLst>
                  <a:ext uri="{0D108BD9-81ED-4DB2-BD59-A6C34878D82A}">
                    <a16:rowId xmlns:a16="http://schemas.microsoft.com/office/drawing/2014/main" val="1152013548"/>
                  </a:ext>
                </a:extLst>
              </a:tr>
            </a:tbl>
          </a:graphicData>
        </a:graphic>
      </p:graphicFrame>
      <p:pic>
        <p:nvPicPr>
          <p:cNvPr id="8" name="Graphic 7">
            <a:extLst>
              <a:ext uri="{FF2B5EF4-FFF2-40B4-BE49-F238E27FC236}">
                <a16:creationId xmlns:a16="http://schemas.microsoft.com/office/drawing/2014/main" id="{BBF31E8C-55D5-9655-5383-C8536BE400F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80010" y="3267075"/>
            <a:ext cx="4581525" cy="2752725"/>
          </a:xfrm>
          <a:prstGeom prst="rect">
            <a:avLst/>
          </a:prstGeom>
        </p:spPr>
      </p:pic>
    </p:spTree>
    <p:custDataLst>
      <p:tags r:id="rId1"/>
    </p:custDataLst>
    <p:extLst>
      <p:ext uri="{BB962C8B-B14F-4D97-AF65-F5344CB8AC3E}">
        <p14:creationId xmlns:p14="http://schemas.microsoft.com/office/powerpoint/2010/main" val="2775612212"/>
      </p:ext>
    </p:extLst>
  </p:cSld>
  <p:clrMapOvr>
    <a:masterClrMapping/>
  </p:clrMapOvr>
  <mc:AlternateContent xmlns:mc="http://schemas.openxmlformats.org/markup-compatibility/2006" xmlns:p14="http://schemas.microsoft.com/office/powerpoint/2010/main">
    <mc:Choice Requires="p14">
      <p:transition spd="slow" p14:dur="2000" advTm="58127"/>
    </mc:Choice>
    <mc:Fallback xmlns="">
      <p:transition spd="slow" advTm="5812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AB0FE-39A3-2E9E-D4ED-D39B5B975956}"/>
              </a:ext>
            </a:extLst>
          </p:cNvPr>
          <p:cNvSpPr>
            <a:spLocks noGrp="1"/>
          </p:cNvSpPr>
          <p:nvPr>
            <p:ph type="title"/>
          </p:nvPr>
        </p:nvSpPr>
        <p:spPr/>
        <p:txBody>
          <a:bodyPr/>
          <a:lstStyle/>
          <a:p>
            <a:r>
              <a:rPr lang="en-IN" dirty="0">
                <a:solidFill>
                  <a:schemeClr val="accent1"/>
                </a:solidFill>
              </a:rPr>
              <a:t>Part 1- Problem 3</a:t>
            </a:r>
          </a:p>
        </p:txBody>
      </p:sp>
      <p:sp>
        <p:nvSpPr>
          <p:cNvPr id="3" name="Content Placeholder 2">
            <a:extLst>
              <a:ext uri="{FF2B5EF4-FFF2-40B4-BE49-F238E27FC236}">
                <a16:creationId xmlns:a16="http://schemas.microsoft.com/office/drawing/2014/main" id="{06943D32-BB4B-3D36-0880-A525DE55706C}"/>
              </a:ext>
            </a:extLst>
          </p:cNvPr>
          <p:cNvSpPr>
            <a:spLocks noGrp="1"/>
          </p:cNvSpPr>
          <p:nvPr>
            <p:ph idx="1"/>
          </p:nvPr>
        </p:nvSpPr>
        <p:spPr/>
        <p:txBody>
          <a:bodyPr/>
          <a:lstStyle/>
          <a:p>
            <a:r>
              <a:rPr lang="en-IN" sz="1200" dirty="0">
                <a:solidFill>
                  <a:schemeClr val="tx1"/>
                </a:solidFill>
              </a:rPr>
              <a:t>How many times money has been spent against different items of each category(Pivot Table). Filter the data to display the data for Grocery and shopping items. </a:t>
            </a:r>
          </a:p>
          <a:p>
            <a:pPr marL="0" indent="0">
              <a:buNone/>
            </a:pPr>
            <a:endParaRPr lang="en-IN" dirty="0"/>
          </a:p>
        </p:txBody>
      </p:sp>
      <p:graphicFrame>
        <p:nvGraphicFramePr>
          <p:cNvPr id="4" name="Table 3">
            <a:extLst>
              <a:ext uri="{FF2B5EF4-FFF2-40B4-BE49-F238E27FC236}">
                <a16:creationId xmlns:a16="http://schemas.microsoft.com/office/drawing/2014/main" id="{3693A13A-6FD2-0FD8-2C39-E4A44124E00C}"/>
              </a:ext>
            </a:extLst>
          </p:cNvPr>
          <p:cNvGraphicFramePr>
            <a:graphicFrameLocks noGrp="1"/>
          </p:cNvGraphicFramePr>
          <p:nvPr>
            <p:extLst>
              <p:ext uri="{D42A27DB-BD31-4B8C-83A1-F6EECF244321}">
                <p14:modId xmlns:p14="http://schemas.microsoft.com/office/powerpoint/2010/main" val="1868685316"/>
              </p:ext>
            </p:extLst>
          </p:nvPr>
        </p:nvGraphicFramePr>
        <p:xfrm>
          <a:off x="1652631" y="3514983"/>
          <a:ext cx="3076809" cy="2194560"/>
        </p:xfrm>
        <a:graphic>
          <a:graphicData uri="http://schemas.openxmlformats.org/drawingml/2006/table">
            <a:tbl>
              <a:tblPr>
                <a:tableStyleId>{5C22544A-7EE6-4342-B048-85BDC9FD1C3A}</a:tableStyleId>
              </a:tblPr>
              <a:tblGrid>
                <a:gridCol w="1719898">
                  <a:extLst>
                    <a:ext uri="{9D8B030D-6E8A-4147-A177-3AD203B41FA5}">
                      <a16:colId xmlns:a16="http://schemas.microsoft.com/office/drawing/2014/main" val="1110024197"/>
                    </a:ext>
                  </a:extLst>
                </a:gridCol>
                <a:gridCol w="1356911">
                  <a:extLst>
                    <a:ext uri="{9D8B030D-6E8A-4147-A177-3AD203B41FA5}">
                      <a16:colId xmlns:a16="http://schemas.microsoft.com/office/drawing/2014/main" val="2720975052"/>
                    </a:ext>
                  </a:extLst>
                </a:gridCol>
              </a:tblGrid>
              <a:tr h="182880">
                <a:tc>
                  <a:txBody>
                    <a:bodyPr/>
                    <a:lstStyle/>
                    <a:p>
                      <a:pPr algn="l" fontAlgn="b">
                        <a:buNone/>
                      </a:pPr>
                      <a:r>
                        <a:rPr lang="en-IN" sz="1100" u="none" strike="noStrike" dirty="0">
                          <a:effectLst/>
                        </a:rPr>
                        <a:t>Row Labels</a:t>
                      </a:r>
                      <a:endParaRPr lang="en-IN" sz="1100" b="1" i="0" u="none" strike="noStrike" dirty="0">
                        <a:solidFill>
                          <a:srgbClr val="000000"/>
                        </a:solidFill>
                        <a:effectLst/>
                        <a:latin typeface="Calibri" panose="020F0502020204030204" pitchFamily="34" charset="0"/>
                      </a:endParaRPr>
                    </a:p>
                  </a:txBody>
                  <a:tcPr marL="7620" marR="7620" marT="7620" marB="0" anchor="b">
                    <a:solidFill>
                      <a:srgbClr val="92D050"/>
                    </a:solidFill>
                  </a:tcPr>
                </a:tc>
                <a:tc>
                  <a:txBody>
                    <a:bodyPr/>
                    <a:lstStyle/>
                    <a:p>
                      <a:pPr algn="l" fontAlgn="b">
                        <a:buNone/>
                      </a:pPr>
                      <a:r>
                        <a:rPr lang="en-IN" sz="1100" u="none" strike="noStrike" dirty="0">
                          <a:effectLst/>
                        </a:rPr>
                        <a:t>Count of Items</a:t>
                      </a:r>
                      <a:endParaRPr lang="en-IN" sz="1100" b="1" i="0" u="none" strike="noStrike" dirty="0">
                        <a:solidFill>
                          <a:srgbClr val="000000"/>
                        </a:solidFill>
                        <a:effectLst/>
                        <a:latin typeface="Calibri" panose="020F0502020204030204" pitchFamily="34" charset="0"/>
                      </a:endParaRPr>
                    </a:p>
                  </a:txBody>
                  <a:tcPr marL="7620" marR="7620" marT="7620" marB="0" anchor="b">
                    <a:solidFill>
                      <a:srgbClr val="92D050"/>
                    </a:solidFill>
                  </a:tcPr>
                </a:tc>
                <a:extLst>
                  <a:ext uri="{0D108BD9-81ED-4DB2-BD59-A6C34878D82A}">
                    <a16:rowId xmlns:a16="http://schemas.microsoft.com/office/drawing/2014/main" val="1307892768"/>
                  </a:ext>
                </a:extLst>
              </a:tr>
              <a:tr h="182880">
                <a:tc>
                  <a:txBody>
                    <a:bodyPr/>
                    <a:lstStyle/>
                    <a:p>
                      <a:pPr algn="l" fontAlgn="b">
                        <a:buNone/>
                      </a:pPr>
                      <a:r>
                        <a:rPr lang="en-IN" sz="1100" u="none" strike="noStrike" dirty="0">
                          <a:effectLst/>
                        </a:rPr>
                        <a:t>Grocery</a:t>
                      </a:r>
                      <a:endParaRPr lang="en-IN" sz="1100" b="1" i="0" u="none" strike="noStrike" dirty="0">
                        <a:solidFill>
                          <a:srgbClr val="000000"/>
                        </a:solidFill>
                        <a:effectLst/>
                        <a:latin typeface="Calibri" panose="020F0502020204030204" pitchFamily="34" charset="0"/>
                      </a:endParaRPr>
                    </a:p>
                  </a:txBody>
                  <a:tcPr marL="7620" marR="7620" marT="7620" marB="0" anchor="b">
                    <a:solidFill>
                      <a:srgbClr val="BF4998"/>
                    </a:solidFill>
                  </a:tcPr>
                </a:tc>
                <a:tc>
                  <a:txBody>
                    <a:bodyPr/>
                    <a:lstStyle/>
                    <a:p>
                      <a:pPr algn="r" fontAlgn="b">
                        <a:buNone/>
                      </a:pPr>
                      <a:r>
                        <a:rPr lang="en-IN" sz="1100" u="none" strike="noStrike" dirty="0">
                          <a:effectLst/>
                        </a:rPr>
                        <a:t>15</a:t>
                      </a:r>
                      <a:endParaRPr lang="en-IN" sz="1100" b="1" i="0" u="none" strike="noStrike" dirty="0">
                        <a:solidFill>
                          <a:srgbClr val="000000"/>
                        </a:solidFill>
                        <a:effectLst/>
                        <a:latin typeface="Calibri" panose="020F0502020204030204" pitchFamily="34" charset="0"/>
                      </a:endParaRPr>
                    </a:p>
                  </a:txBody>
                  <a:tcPr marL="7620" marR="7620" marT="7620" marB="0" anchor="b">
                    <a:solidFill>
                      <a:srgbClr val="BF4998"/>
                    </a:solidFill>
                  </a:tcPr>
                </a:tc>
                <a:extLst>
                  <a:ext uri="{0D108BD9-81ED-4DB2-BD59-A6C34878D82A}">
                    <a16:rowId xmlns:a16="http://schemas.microsoft.com/office/drawing/2014/main" val="2756608122"/>
                  </a:ext>
                </a:extLst>
              </a:tr>
              <a:tr h="182880">
                <a:tc>
                  <a:txBody>
                    <a:bodyPr/>
                    <a:lstStyle/>
                    <a:p>
                      <a:pPr algn="l" fontAlgn="b">
                        <a:buNone/>
                      </a:pPr>
                      <a:r>
                        <a:rPr lang="en-IN" sz="1100" u="none" strike="noStrike" dirty="0">
                          <a:effectLst/>
                        </a:rPr>
                        <a:t>Beverages</a:t>
                      </a:r>
                      <a:endParaRPr lang="en-IN" sz="1100" b="0" i="0" u="none" strike="noStrike" dirty="0">
                        <a:solidFill>
                          <a:srgbClr val="000000"/>
                        </a:solidFill>
                        <a:effectLst/>
                        <a:latin typeface="Calibri" panose="020F0502020204030204" pitchFamily="34" charset="0"/>
                      </a:endParaRPr>
                    </a:p>
                  </a:txBody>
                  <a:tcPr marR="7620" marT="7620" marB="0" anchor="b"/>
                </a:tc>
                <a:tc>
                  <a:txBody>
                    <a:bodyPr/>
                    <a:lstStyle/>
                    <a:p>
                      <a:pPr algn="r" fontAlgn="b">
                        <a:buNone/>
                      </a:pPr>
                      <a:r>
                        <a:rPr lang="en-IN" sz="1100" u="none" strike="noStrike" dirty="0">
                          <a:effectLst/>
                        </a:rPr>
                        <a:t>1</a:t>
                      </a:r>
                      <a:endParaRPr lang="en-IN"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602656873"/>
                  </a:ext>
                </a:extLst>
              </a:tr>
              <a:tr h="182880">
                <a:tc>
                  <a:txBody>
                    <a:bodyPr/>
                    <a:lstStyle/>
                    <a:p>
                      <a:pPr algn="l" fontAlgn="b">
                        <a:buNone/>
                      </a:pPr>
                      <a:r>
                        <a:rPr lang="en-IN" sz="1100" u="none" strike="noStrike">
                          <a:effectLst/>
                        </a:rPr>
                        <a:t>Bread and bakery</a:t>
                      </a:r>
                      <a:endParaRPr lang="en-IN" sz="1100" b="0" i="0" u="none" strike="noStrike">
                        <a:solidFill>
                          <a:srgbClr val="000000"/>
                        </a:solidFill>
                        <a:effectLst/>
                        <a:latin typeface="Calibri" panose="020F0502020204030204" pitchFamily="34" charset="0"/>
                      </a:endParaRPr>
                    </a:p>
                  </a:txBody>
                  <a:tcPr marR="7620" marT="7620" marB="0" anchor="b"/>
                </a:tc>
                <a:tc>
                  <a:txBody>
                    <a:bodyPr/>
                    <a:lstStyle/>
                    <a:p>
                      <a:pPr algn="r" fontAlgn="b">
                        <a:buNone/>
                      </a:pPr>
                      <a:r>
                        <a:rPr lang="en-IN" sz="1100" u="none" strike="noStrike">
                          <a:effectLst/>
                        </a:rPr>
                        <a:t>3</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440964011"/>
                  </a:ext>
                </a:extLst>
              </a:tr>
              <a:tr h="182880">
                <a:tc>
                  <a:txBody>
                    <a:bodyPr/>
                    <a:lstStyle/>
                    <a:p>
                      <a:pPr algn="l" fontAlgn="b">
                        <a:buNone/>
                      </a:pPr>
                      <a:r>
                        <a:rPr lang="en-IN" sz="1100" u="none" strike="noStrike">
                          <a:effectLst/>
                        </a:rPr>
                        <a:t>Foodgrains and cereals</a:t>
                      </a:r>
                      <a:endParaRPr lang="en-IN" sz="1100" b="0" i="0" u="none" strike="noStrike">
                        <a:solidFill>
                          <a:srgbClr val="000000"/>
                        </a:solidFill>
                        <a:effectLst/>
                        <a:latin typeface="Calibri" panose="020F0502020204030204" pitchFamily="34" charset="0"/>
                      </a:endParaRPr>
                    </a:p>
                  </a:txBody>
                  <a:tcPr marR="7620" marT="7620" marB="0" anchor="b"/>
                </a:tc>
                <a:tc>
                  <a:txBody>
                    <a:bodyPr/>
                    <a:lstStyle/>
                    <a:p>
                      <a:pPr algn="r" fontAlgn="b">
                        <a:buNone/>
                      </a:pPr>
                      <a:r>
                        <a:rPr lang="en-IN" sz="1100" u="none" strike="noStrike">
                          <a:effectLst/>
                        </a:rPr>
                        <a:t>1</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45769426"/>
                  </a:ext>
                </a:extLst>
              </a:tr>
              <a:tr h="182880">
                <a:tc>
                  <a:txBody>
                    <a:bodyPr/>
                    <a:lstStyle/>
                    <a:p>
                      <a:pPr algn="l" fontAlgn="b">
                        <a:buNone/>
                      </a:pPr>
                      <a:r>
                        <a:rPr lang="en-IN" sz="1100" u="none" strike="noStrike" dirty="0">
                          <a:effectLst/>
                        </a:rPr>
                        <a:t>Fruit</a:t>
                      </a:r>
                      <a:endParaRPr lang="en-IN" sz="1100" b="0" i="0" u="none" strike="noStrike" dirty="0">
                        <a:solidFill>
                          <a:srgbClr val="000000"/>
                        </a:solidFill>
                        <a:effectLst/>
                        <a:latin typeface="Calibri" panose="020F0502020204030204" pitchFamily="34" charset="0"/>
                      </a:endParaRPr>
                    </a:p>
                  </a:txBody>
                  <a:tcPr marR="7620" marT="7620" marB="0" anchor="b"/>
                </a:tc>
                <a:tc>
                  <a:txBody>
                    <a:bodyPr/>
                    <a:lstStyle/>
                    <a:p>
                      <a:pPr algn="r" fontAlgn="b">
                        <a:buNone/>
                      </a:pPr>
                      <a:r>
                        <a:rPr lang="en-IN" sz="1100" u="none" strike="noStrike">
                          <a:effectLst/>
                        </a:rPr>
                        <a:t>4</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182516437"/>
                  </a:ext>
                </a:extLst>
              </a:tr>
              <a:tr h="182880">
                <a:tc>
                  <a:txBody>
                    <a:bodyPr/>
                    <a:lstStyle/>
                    <a:p>
                      <a:pPr algn="l" fontAlgn="b">
                        <a:buNone/>
                      </a:pPr>
                      <a:r>
                        <a:rPr lang="en-IN" sz="1100" u="none" strike="noStrike">
                          <a:effectLst/>
                        </a:rPr>
                        <a:t>Oil and spices</a:t>
                      </a:r>
                      <a:endParaRPr lang="en-IN" sz="1100" b="0" i="0" u="none" strike="noStrike">
                        <a:solidFill>
                          <a:srgbClr val="000000"/>
                        </a:solidFill>
                        <a:effectLst/>
                        <a:latin typeface="Calibri" panose="020F0502020204030204" pitchFamily="34" charset="0"/>
                      </a:endParaRPr>
                    </a:p>
                  </a:txBody>
                  <a:tcPr marR="7620" marT="7620" marB="0" anchor="b"/>
                </a:tc>
                <a:tc>
                  <a:txBody>
                    <a:bodyPr/>
                    <a:lstStyle/>
                    <a:p>
                      <a:pPr algn="r" fontAlgn="b">
                        <a:buNone/>
                      </a:pPr>
                      <a:r>
                        <a:rPr lang="en-IN" sz="1100" u="none" strike="noStrike">
                          <a:effectLst/>
                        </a:rPr>
                        <a:t>1</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225154849"/>
                  </a:ext>
                </a:extLst>
              </a:tr>
              <a:tr h="182880">
                <a:tc>
                  <a:txBody>
                    <a:bodyPr/>
                    <a:lstStyle/>
                    <a:p>
                      <a:pPr algn="l" fontAlgn="b">
                        <a:buNone/>
                      </a:pPr>
                      <a:r>
                        <a:rPr lang="en-IN" sz="1100" u="none" strike="noStrike">
                          <a:effectLst/>
                        </a:rPr>
                        <a:t>Vegetables</a:t>
                      </a:r>
                      <a:endParaRPr lang="en-IN" sz="1100" b="0" i="0" u="none" strike="noStrike">
                        <a:solidFill>
                          <a:srgbClr val="000000"/>
                        </a:solidFill>
                        <a:effectLst/>
                        <a:latin typeface="Calibri" panose="020F0502020204030204" pitchFamily="34" charset="0"/>
                      </a:endParaRPr>
                    </a:p>
                  </a:txBody>
                  <a:tcPr marR="7620" marT="7620" marB="0" anchor="b"/>
                </a:tc>
                <a:tc>
                  <a:txBody>
                    <a:bodyPr/>
                    <a:lstStyle/>
                    <a:p>
                      <a:pPr algn="r" fontAlgn="b">
                        <a:buNone/>
                      </a:pPr>
                      <a:r>
                        <a:rPr lang="en-IN" sz="1100" u="none" strike="noStrike">
                          <a:effectLst/>
                        </a:rPr>
                        <a:t>5</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993047029"/>
                  </a:ext>
                </a:extLst>
              </a:tr>
              <a:tr h="182880">
                <a:tc>
                  <a:txBody>
                    <a:bodyPr/>
                    <a:lstStyle/>
                    <a:p>
                      <a:pPr algn="l" fontAlgn="b">
                        <a:buNone/>
                      </a:pPr>
                      <a:r>
                        <a:rPr lang="en-IN" sz="1100" u="none" strike="noStrike" dirty="0">
                          <a:effectLst/>
                        </a:rPr>
                        <a:t>Shopping</a:t>
                      </a:r>
                      <a:endParaRPr lang="en-IN" sz="1100" b="1" i="0" u="none" strike="noStrike" dirty="0">
                        <a:solidFill>
                          <a:srgbClr val="000000"/>
                        </a:solidFill>
                        <a:effectLst/>
                        <a:latin typeface="Calibri" panose="020F0502020204030204" pitchFamily="34" charset="0"/>
                      </a:endParaRPr>
                    </a:p>
                  </a:txBody>
                  <a:tcPr marL="7620" marR="7620" marT="7620" marB="0" anchor="b">
                    <a:solidFill>
                      <a:srgbClr val="BF4998"/>
                    </a:solidFill>
                  </a:tcPr>
                </a:tc>
                <a:tc>
                  <a:txBody>
                    <a:bodyPr/>
                    <a:lstStyle/>
                    <a:p>
                      <a:pPr algn="r" fontAlgn="b">
                        <a:buNone/>
                      </a:pPr>
                      <a:r>
                        <a:rPr lang="en-IN" sz="1100" u="none" strike="noStrike" dirty="0">
                          <a:effectLst/>
                        </a:rPr>
                        <a:t>2</a:t>
                      </a:r>
                      <a:endParaRPr lang="en-IN" sz="1100" b="1" i="0" u="none" strike="noStrike" dirty="0">
                        <a:solidFill>
                          <a:srgbClr val="000000"/>
                        </a:solidFill>
                        <a:effectLst/>
                        <a:latin typeface="Calibri" panose="020F0502020204030204" pitchFamily="34" charset="0"/>
                      </a:endParaRPr>
                    </a:p>
                  </a:txBody>
                  <a:tcPr marL="7620" marR="7620" marT="7620" marB="0" anchor="b">
                    <a:solidFill>
                      <a:srgbClr val="BF4998"/>
                    </a:solidFill>
                  </a:tcPr>
                </a:tc>
                <a:extLst>
                  <a:ext uri="{0D108BD9-81ED-4DB2-BD59-A6C34878D82A}">
                    <a16:rowId xmlns:a16="http://schemas.microsoft.com/office/drawing/2014/main" val="2259156984"/>
                  </a:ext>
                </a:extLst>
              </a:tr>
              <a:tr h="182880">
                <a:tc>
                  <a:txBody>
                    <a:bodyPr/>
                    <a:lstStyle/>
                    <a:p>
                      <a:pPr algn="l" fontAlgn="b">
                        <a:buNone/>
                      </a:pPr>
                      <a:r>
                        <a:rPr lang="en-IN" sz="1100" u="none" strike="noStrike">
                          <a:effectLst/>
                        </a:rPr>
                        <a:t>Shoes</a:t>
                      </a:r>
                      <a:endParaRPr lang="en-IN" sz="1100" b="0" i="0" u="none" strike="noStrike">
                        <a:solidFill>
                          <a:srgbClr val="000000"/>
                        </a:solidFill>
                        <a:effectLst/>
                        <a:latin typeface="Calibri" panose="020F0502020204030204" pitchFamily="34" charset="0"/>
                      </a:endParaRPr>
                    </a:p>
                  </a:txBody>
                  <a:tcPr marR="7620" marT="7620" marB="0" anchor="b"/>
                </a:tc>
                <a:tc>
                  <a:txBody>
                    <a:bodyPr/>
                    <a:lstStyle/>
                    <a:p>
                      <a:pPr algn="r" fontAlgn="b">
                        <a:buNone/>
                      </a:pPr>
                      <a:r>
                        <a:rPr lang="en-IN" sz="1100" u="none" strike="noStrike">
                          <a:effectLst/>
                        </a:rPr>
                        <a:t>1</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513660044"/>
                  </a:ext>
                </a:extLst>
              </a:tr>
              <a:tr h="182880">
                <a:tc>
                  <a:txBody>
                    <a:bodyPr/>
                    <a:lstStyle/>
                    <a:p>
                      <a:pPr algn="l" fontAlgn="b">
                        <a:buNone/>
                      </a:pPr>
                      <a:r>
                        <a:rPr lang="en-IN" sz="1100" u="none" strike="noStrike">
                          <a:effectLst/>
                        </a:rPr>
                        <a:t>Tshirt and Jeans</a:t>
                      </a:r>
                      <a:endParaRPr lang="en-IN" sz="1100" b="0" i="0" u="none" strike="noStrike">
                        <a:solidFill>
                          <a:srgbClr val="000000"/>
                        </a:solidFill>
                        <a:effectLst/>
                        <a:latin typeface="Calibri" panose="020F0502020204030204" pitchFamily="34" charset="0"/>
                      </a:endParaRPr>
                    </a:p>
                  </a:txBody>
                  <a:tcPr marR="7620" marT="7620" marB="0" anchor="b"/>
                </a:tc>
                <a:tc>
                  <a:txBody>
                    <a:bodyPr/>
                    <a:lstStyle/>
                    <a:p>
                      <a:pPr algn="r" fontAlgn="b">
                        <a:buNone/>
                      </a:pPr>
                      <a:r>
                        <a:rPr lang="en-IN" sz="1100" u="none" strike="noStrike">
                          <a:effectLst/>
                        </a:rPr>
                        <a:t>1</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913444429"/>
                  </a:ext>
                </a:extLst>
              </a:tr>
              <a:tr h="182880">
                <a:tc>
                  <a:txBody>
                    <a:bodyPr/>
                    <a:lstStyle/>
                    <a:p>
                      <a:pPr algn="l" fontAlgn="b">
                        <a:buNone/>
                      </a:pPr>
                      <a:r>
                        <a:rPr lang="en-IN" sz="1100" u="none" strike="noStrike" dirty="0">
                          <a:effectLst/>
                        </a:rPr>
                        <a:t>Grand Total</a:t>
                      </a:r>
                      <a:endParaRPr lang="en-IN" sz="1100" b="1" i="0" u="none" strike="noStrike" dirty="0">
                        <a:solidFill>
                          <a:srgbClr val="000000"/>
                        </a:solidFill>
                        <a:effectLst/>
                        <a:latin typeface="Calibri" panose="020F0502020204030204" pitchFamily="34" charset="0"/>
                      </a:endParaRPr>
                    </a:p>
                  </a:txBody>
                  <a:tcPr marL="7620" marR="7620" marT="7620" marB="0" anchor="b">
                    <a:solidFill>
                      <a:schemeClr val="accent5">
                        <a:lumMod val="60000"/>
                        <a:lumOff val="40000"/>
                      </a:schemeClr>
                    </a:solidFill>
                  </a:tcPr>
                </a:tc>
                <a:tc>
                  <a:txBody>
                    <a:bodyPr/>
                    <a:lstStyle/>
                    <a:p>
                      <a:pPr algn="r" fontAlgn="b">
                        <a:buNone/>
                      </a:pPr>
                      <a:r>
                        <a:rPr lang="en-IN" sz="1100" u="none" strike="noStrike" dirty="0">
                          <a:effectLst/>
                        </a:rPr>
                        <a:t>17</a:t>
                      </a:r>
                      <a:endParaRPr lang="en-IN" sz="1100" b="1" i="0" u="none" strike="noStrike" dirty="0">
                        <a:solidFill>
                          <a:srgbClr val="000000"/>
                        </a:solidFill>
                        <a:effectLst/>
                        <a:latin typeface="Calibri" panose="020F0502020204030204" pitchFamily="34" charset="0"/>
                      </a:endParaRPr>
                    </a:p>
                  </a:txBody>
                  <a:tcPr marL="7620" marR="7620" marT="7620" marB="0" anchor="b">
                    <a:solidFill>
                      <a:schemeClr val="accent5">
                        <a:lumMod val="60000"/>
                        <a:lumOff val="40000"/>
                      </a:schemeClr>
                    </a:solidFill>
                  </a:tcPr>
                </a:tc>
                <a:extLst>
                  <a:ext uri="{0D108BD9-81ED-4DB2-BD59-A6C34878D82A}">
                    <a16:rowId xmlns:a16="http://schemas.microsoft.com/office/drawing/2014/main" val="4046332132"/>
                  </a:ext>
                </a:extLst>
              </a:tr>
            </a:tbl>
          </a:graphicData>
        </a:graphic>
      </p:graphicFrame>
      <p:graphicFrame>
        <p:nvGraphicFramePr>
          <p:cNvPr id="5" name="Chart 4">
            <a:extLst>
              <a:ext uri="{FF2B5EF4-FFF2-40B4-BE49-F238E27FC236}">
                <a16:creationId xmlns:a16="http://schemas.microsoft.com/office/drawing/2014/main" id="{F0900783-4E26-B520-12AB-70CC1271D331}"/>
              </a:ext>
            </a:extLst>
          </p:cNvPr>
          <p:cNvGraphicFramePr>
            <a:graphicFrameLocks/>
          </p:cNvGraphicFramePr>
          <p:nvPr>
            <p:extLst>
              <p:ext uri="{D42A27DB-BD31-4B8C-83A1-F6EECF244321}">
                <p14:modId xmlns:p14="http://schemas.microsoft.com/office/powerpoint/2010/main" val="4193771308"/>
              </p:ext>
            </p:extLst>
          </p:nvPr>
        </p:nvGraphicFramePr>
        <p:xfrm>
          <a:off x="5652292" y="3256729"/>
          <a:ext cx="5836920" cy="2945130"/>
        </p:xfrm>
        <a:graphic>
          <a:graphicData uri="http://schemas.openxmlformats.org/drawingml/2006/chart">
            <c:chart xmlns:c="http://schemas.openxmlformats.org/drawingml/2006/chart" xmlns:r="http://schemas.openxmlformats.org/officeDocument/2006/relationships" r:id="rId3"/>
          </a:graphicData>
        </a:graphic>
      </p:graphicFrame>
    </p:spTree>
    <p:custDataLst>
      <p:tags r:id="rId1"/>
    </p:custDataLst>
    <p:extLst>
      <p:ext uri="{BB962C8B-B14F-4D97-AF65-F5344CB8AC3E}">
        <p14:creationId xmlns:p14="http://schemas.microsoft.com/office/powerpoint/2010/main" val="2127374695"/>
      </p:ext>
    </p:extLst>
  </p:cSld>
  <p:clrMapOvr>
    <a:masterClrMapping/>
  </p:clrMapOvr>
  <mc:AlternateContent xmlns:mc="http://schemas.openxmlformats.org/markup-compatibility/2006" xmlns:p14="http://schemas.microsoft.com/office/powerpoint/2010/main">
    <mc:Choice Requires="p14">
      <p:transition spd="slow" p14:dur="2000" advTm="48460"/>
    </mc:Choice>
    <mc:Fallback xmlns="">
      <p:transition spd="slow" advTm="4846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0A782-1DA7-7211-3848-6354CE912774}"/>
              </a:ext>
            </a:extLst>
          </p:cNvPr>
          <p:cNvSpPr>
            <a:spLocks noGrp="1"/>
          </p:cNvSpPr>
          <p:nvPr>
            <p:ph type="title"/>
          </p:nvPr>
        </p:nvSpPr>
        <p:spPr/>
        <p:txBody>
          <a:bodyPr/>
          <a:lstStyle/>
          <a:p>
            <a:r>
              <a:rPr lang="en-IN" dirty="0">
                <a:solidFill>
                  <a:schemeClr val="accent1"/>
                </a:solidFill>
              </a:rPr>
              <a:t>Part 1- Problem 4</a:t>
            </a:r>
          </a:p>
        </p:txBody>
      </p:sp>
      <p:sp>
        <p:nvSpPr>
          <p:cNvPr id="3" name="Content Placeholder 2">
            <a:extLst>
              <a:ext uri="{FF2B5EF4-FFF2-40B4-BE49-F238E27FC236}">
                <a16:creationId xmlns:a16="http://schemas.microsoft.com/office/drawing/2014/main" id="{61216902-6DAC-AD68-31BE-192580EE0B41}"/>
              </a:ext>
            </a:extLst>
          </p:cNvPr>
          <p:cNvSpPr>
            <a:spLocks noGrp="1"/>
          </p:cNvSpPr>
          <p:nvPr>
            <p:ph idx="1"/>
          </p:nvPr>
        </p:nvSpPr>
        <p:spPr/>
        <p:txBody>
          <a:bodyPr/>
          <a:lstStyle/>
          <a:p>
            <a:r>
              <a:rPr lang="en-IN" sz="1200" dirty="0">
                <a:solidFill>
                  <a:schemeClr val="tx1"/>
                </a:solidFill>
              </a:rPr>
              <a:t>What amount is spent on each items of the categories with highest and 2</a:t>
            </a:r>
            <a:r>
              <a:rPr lang="en-IN" sz="1200" baseline="30000" dirty="0">
                <a:solidFill>
                  <a:schemeClr val="tx1"/>
                </a:solidFill>
              </a:rPr>
              <a:t>nd</a:t>
            </a:r>
            <a:r>
              <a:rPr lang="en-IN" sz="1200" dirty="0">
                <a:solidFill>
                  <a:schemeClr val="tx1"/>
                </a:solidFill>
              </a:rPr>
              <a:t> Highest Expense amount (Pivot Table). Visually represent the data with data bars (Conditional Formatting).</a:t>
            </a:r>
          </a:p>
          <a:p>
            <a:pPr marL="0" indent="0">
              <a:buNone/>
            </a:pPr>
            <a:endParaRPr lang="en-IN" dirty="0"/>
          </a:p>
        </p:txBody>
      </p:sp>
      <p:pic>
        <p:nvPicPr>
          <p:cNvPr id="5" name="Picture 4">
            <a:extLst>
              <a:ext uri="{FF2B5EF4-FFF2-40B4-BE49-F238E27FC236}">
                <a16:creationId xmlns:a16="http://schemas.microsoft.com/office/drawing/2014/main" id="{B5D2C541-33BE-29A9-2DBF-CF23B61116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4814" y="3254375"/>
            <a:ext cx="3223689" cy="1997133"/>
          </a:xfrm>
          <a:prstGeom prst="rect">
            <a:avLst/>
          </a:prstGeom>
        </p:spPr>
      </p:pic>
      <p:graphicFrame>
        <p:nvGraphicFramePr>
          <p:cNvPr id="6" name="Chart 5">
            <a:extLst>
              <a:ext uri="{FF2B5EF4-FFF2-40B4-BE49-F238E27FC236}">
                <a16:creationId xmlns:a16="http://schemas.microsoft.com/office/drawing/2014/main" id="{E149AA0C-A790-E9FE-8D85-51C796A49765}"/>
              </a:ext>
            </a:extLst>
          </p:cNvPr>
          <p:cNvGraphicFramePr>
            <a:graphicFrameLocks/>
          </p:cNvGraphicFramePr>
          <p:nvPr>
            <p:extLst>
              <p:ext uri="{D42A27DB-BD31-4B8C-83A1-F6EECF244321}">
                <p14:modId xmlns:p14="http://schemas.microsoft.com/office/powerpoint/2010/main" val="306922684"/>
              </p:ext>
            </p:extLst>
          </p:nvPr>
        </p:nvGraphicFramePr>
        <p:xfrm>
          <a:off x="5969641" y="3254375"/>
          <a:ext cx="4229100" cy="3028979"/>
        </p:xfrm>
        <a:graphic>
          <a:graphicData uri="http://schemas.openxmlformats.org/drawingml/2006/chart">
            <c:chart xmlns:c="http://schemas.openxmlformats.org/drawingml/2006/chart" xmlns:r="http://schemas.openxmlformats.org/officeDocument/2006/relationships" r:id="rId4"/>
          </a:graphicData>
        </a:graphic>
      </p:graphicFrame>
    </p:spTree>
    <p:custDataLst>
      <p:tags r:id="rId1"/>
    </p:custDataLst>
    <p:extLst>
      <p:ext uri="{BB962C8B-B14F-4D97-AF65-F5344CB8AC3E}">
        <p14:creationId xmlns:p14="http://schemas.microsoft.com/office/powerpoint/2010/main" val="3753076763"/>
      </p:ext>
    </p:extLst>
  </p:cSld>
  <p:clrMapOvr>
    <a:masterClrMapping/>
  </p:clrMapOvr>
  <mc:AlternateContent xmlns:mc="http://schemas.openxmlformats.org/markup-compatibility/2006" xmlns:p14="http://schemas.microsoft.com/office/powerpoint/2010/main">
    <mc:Choice Requires="p14">
      <p:transition spd="slow" p14:dur="2000" advTm="52697"/>
    </mc:Choice>
    <mc:Fallback xmlns="">
      <p:transition spd="slow" advTm="5269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380E2-2A04-DA58-82B8-8C0E4BDAB455}"/>
              </a:ext>
            </a:extLst>
          </p:cNvPr>
          <p:cNvSpPr>
            <a:spLocks noGrp="1"/>
          </p:cNvSpPr>
          <p:nvPr>
            <p:ph type="title"/>
          </p:nvPr>
        </p:nvSpPr>
        <p:spPr/>
        <p:txBody>
          <a:bodyPr/>
          <a:lstStyle/>
          <a:p>
            <a:r>
              <a:rPr lang="en-IN" dirty="0">
                <a:solidFill>
                  <a:schemeClr val="accent1"/>
                </a:solidFill>
              </a:rPr>
              <a:t>Part 2- Problem 1</a:t>
            </a:r>
          </a:p>
        </p:txBody>
      </p:sp>
      <p:sp>
        <p:nvSpPr>
          <p:cNvPr id="3" name="Content Placeholder 2">
            <a:extLst>
              <a:ext uri="{FF2B5EF4-FFF2-40B4-BE49-F238E27FC236}">
                <a16:creationId xmlns:a16="http://schemas.microsoft.com/office/drawing/2014/main" id="{903574CF-1E79-30CA-06DA-CBB61F313085}"/>
              </a:ext>
            </a:extLst>
          </p:cNvPr>
          <p:cNvSpPr>
            <a:spLocks noGrp="1"/>
          </p:cNvSpPr>
          <p:nvPr>
            <p:ph idx="1"/>
          </p:nvPr>
        </p:nvSpPr>
        <p:spPr/>
        <p:txBody>
          <a:bodyPr/>
          <a:lstStyle/>
          <a:p>
            <a:r>
              <a:rPr lang="en-IN" sz="1200" dirty="0">
                <a:solidFill>
                  <a:schemeClr val="tx1"/>
                </a:solidFill>
              </a:rPr>
              <a:t>Month-wise trend of expenses ( Pivot table and chart). Find out the month Nithin find the most.</a:t>
            </a:r>
          </a:p>
          <a:p>
            <a:pPr marL="0" indent="0">
              <a:buNone/>
            </a:pPr>
            <a:endParaRPr lang="en-IN" dirty="0"/>
          </a:p>
        </p:txBody>
      </p:sp>
      <p:graphicFrame>
        <p:nvGraphicFramePr>
          <p:cNvPr id="5" name="Table 4">
            <a:extLst>
              <a:ext uri="{FF2B5EF4-FFF2-40B4-BE49-F238E27FC236}">
                <a16:creationId xmlns:a16="http://schemas.microsoft.com/office/drawing/2014/main" id="{CC6BBF4E-01EB-6945-855C-2148108E538E}"/>
              </a:ext>
            </a:extLst>
          </p:cNvPr>
          <p:cNvGraphicFramePr>
            <a:graphicFrameLocks noGrp="1"/>
          </p:cNvGraphicFramePr>
          <p:nvPr>
            <p:extLst>
              <p:ext uri="{D42A27DB-BD31-4B8C-83A1-F6EECF244321}">
                <p14:modId xmlns:p14="http://schemas.microsoft.com/office/powerpoint/2010/main" val="608471243"/>
              </p:ext>
            </p:extLst>
          </p:nvPr>
        </p:nvGraphicFramePr>
        <p:xfrm>
          <a:off x="2275633" y="3428999"/>
          <a:ext cx="3497567" cy="1654280"/>
        </p:xfrm>
        <a:graphic>
          <a:graphicData uri="http://schemas.openxmlformats.org/drawingml/2006/table">
            <a:tbl>
              <a:tblPr>
                <a:tableStyleId>{5C22544A-7EE6-4342-B048-85BDC9FD1C3A}</a:tableStyleId>
              </a:tblPr>
              <a:tblGrid>
                <a:gridCol w="1382759">
                  <a:extLst>
                    <a:ext uri="{9D8B030D-6E8A-4147-A177-3AD203B41FA5}">
                      <a16:colId xmlns:a16="http://schemas.microsoft.com/office/drawing/2014/main" val="2041622128"/>
                    </a:ext>
                  </a:extLst>
                </a:gridCol>
                <a:gridCol w="2114808">
                  <a:extLst>
                    <a:ext uri="{9D8B030D-6E8A-4147-A177-3AD203B41FA5}">
                      <a16:colId xmlns:a16="http://schemas.microsoft.com/office/drawing/2014/main" val="2476917814"/>
                    </a:ext>
                  </a:extLst>
                </a:gridCol>
              </a:tblGrid>
              <a:tr h="206785">
                <a:tc>
                  <a:txBody>
                    <a:bodyPr/>
                    <a:lstStyle/>
                    <a:p>
                      <a:pPr algn="l" fontAlgn="b">
                        <a:buNone/>
                      </a:pPr>
                      <a:r>
                        <a:rPr lang="en-IN" sz="1100" u="none" strike="noStrike" dirty="0">
                          <a:effectLst/>
                        </a:rPr>
                        <a:t>Row Labels</a:t>
                      </a:r>
                      <a:endParaRPr lang="en-IN" sz="1100" b="1" i="0" u="none" strike="noStrike" dirty="0">
                        <a:solidFill>
                          <a:srgbClr val="000000"/>
                        </a:solidFill>
                        <a:effectLst/>
                        <a:latin typeface="Calibri" panose="020F0502020204030204" pitchFamily="34" charset="0"/>
                      </a:endParaRPr>
                    </a:p>
                  </a:txBody>
                  <a:tcPr marL="7620" marR="7620" marT="7620" marB="0" anchor="b">
                    <a:solidFill>
                      <a:srgbClr val="92D050"/>
                    </a:solidFill>
                  </a:tcPr>
                </a:tc>
                <a:tc>
                  <a:txBody>
                    <a:bodyPr/>
                    <a:lstStyle/>
                    <a:p>
                      <a:pPr algn="l" fontAlgn="b">
                        <a:buNone/>
                      </a:pPr>
                      <a:r>
                        <a:rPr lang="en-IN" sz="1100" u="none" strike="noStrike" dirty="0">
                          <a:effectLst/>
                        </a:rPr>
                        <a:t>Sum of Expense (INR)</a:t>
                      </a:r>
                      <a:endParaRPr lang="en-IN" sz="1100" b="1" i="0" u="none" strike="noStrike" dirty="0">
                        <a:solidFill>
                          <a:srgbClr val="000000"/>
                        </a:solidFill>
                        <a:effectLst/>
                        <a:latin typeface="Calibri" panose="020F0502020204030204" pitchFamily="34" charset="0"/>
                      </a:endParaRPr>
                    </a:p>
                  </a:txBody>
                  <a:tcPr marL="7620" marR="7620" marT="7620" marB="0" anchor="b">
                    <a:solidFill>
                      <a:srgbClr val="92D050"/>
                    </a:solidFill>
                  </a:tcPr>
                </a:tc>
                <a:extLst>
                  <a:ext uri="{0D108BD9-81ED-4DB2-BD59-A6C34878D82A}">
                    <a16:rowId xmlns:a16="http://schemas.microsoft.com/office/drawing/2014/main" val="1241812829"/>
                  </a:ext>
                </a:extLst>
              </a:tr>
              <a:tr h="206785">
                <a:tc>
                  <a:txBody>
                    <a:bodyPr/>
                    <a:lstStyle/>
                    <a:p>
                      <a:pPr algn="l" fontAlgn="b">
                        <a:buNone/>
                      </a:pPr>
                      <a:r>
                        <a:rPr lang="en-IN" sz="1100" u="none" strike="noStrike" dirty="0">
                          <a:effectLst/>
                        </a:rPr>
                        <a:t>February</a:t>
                      </a:r>
                      <a:endParaRPr lang="en-IN" sz="1100" b="0" i="0" u="none" strike="noStrike" dirty="0">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r" fontAlgn="b">
                        <a:buNone/>
                      </a:pPr>
                      <a:r>
                        <a:rPr lang="en-IN" sz="1100" u="none" strike="noStrike" dirty="0">
                          <a:effectLst/>
                        </a:rPr>
                        <a:t>₹ 15,620.00</a:t>
                      </a:r>
                      <a:endParaRPr lang="en-IN" sz="1100" b="0" i="0" u="none" strike="noStrike" dirty="0">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extLst>
                  <a:ext uri="{0D108BD9-81ED-4DB2-BD59-A6C34878D82A}">
                    <a16:rowId xmlns:a16="http://schemas.microsoft.com/office/drawing/2014/main" val="3790668204"/>
                  </a:ext>
                </a:extLst>
              </a:tr>
              <a:tr h="206785">
                <a:tc>
                  <a:txBody>
                    <a:bodyPr/>
                    <a:lstStyle/>
                    <a:p>
                      <a:pPr algn="l" fontAlgn="b">
                        <a:buNone/>
                      </a:pPr>
                      <a:r>
                        <a:rPr lang="en-IN" sz="1100" u="none" strike="noStrike" dirty="0">
                          <a:effectLst/>
                        </a:rPr>
                        <a:t>April</a:t>
                      </a:r>
                      <a:endParaRPr lang="en-IN" sz="1100" b="0" i="0" u="none" strike="noStrike" dirty="0">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r" fontAlgn="b">
                        <a:buNone/>
                      </a:pPr>
                      <a:r>
                        <a:rPr lang="en-IN" sz="1100" u="none" strike="noStrike">
                          <a:effectLst/>
                        </a:rPr>
                        <a:t>₹ 14,800.00</a:t>
                      </a:r>
                      <a:endParaRPr lang="en-IN" sz="1100" b="0" i="0" u="none" strike="noStrike">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extLst>
                  <a:ext uri="{0D108BD9-81ED-4DB2-BD59-A6C34878D82A}">
                    <a16:rowId xmlns:a16="http://schemas.microsoft.com/office/drawing/2014/main" val="79615520"/>
                  </a:ext>
                </a:extLst>
              </a:tr>
              <a:tr h="206785">
                <a:tc>
                  <a:txBody>
                    <a:bodyPr/>
                    <a:lstStyle/>
                    <a:p>
                      <a:pPr algn="l" fontAlgn="b">
                        <a:buNone/>
                      </a:pPr>
                      <a:r>
                        <a:rPr lang="en-IN" sz="1100" u="none" strike="noStrike" dirty="0">
                          <a:effectLst/>
                        </a:rPr>
                        <a:t>January</a:t>
                      </a:r>
                      <a:endParaRPr lang="en-IN" sz="1100" b="0" i="0" u="none" strike="noStrike" dirty="0">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r" fontAlgn="b">
                        <a:buNone/>
                      </a:pPr>
                      <a:r>
                        <a:rPr lang="en-IN" sz="1100" u="none" strike="noStrike">
                          <a:effectLst/>
                        </a:rPr>
                        <a:t>₹ 13,900.00</a:t>
                      </a:r>
                      <a:endParaRPr lang="en-IN" sz="1100" b="0" i="0" u="none" strike="noStrike">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extLst>
                  <a:ext uri="{0D108BD9-81ED-4DB2-BD59-A6C34878D82A}">
                    <a16:rowId xmlns:a16="http://schemas.microsoft.com/office/drawing/2014/main" val="3867844103"/>
                  </a:ext>
                </a:extLst>
              </a:tr>
              <a:tr h="206785">
                <a:tc>
                  <a:txBody>
                    <a:bodyPr/>
                    <a:lstStyle/>
                    <a:p>
                      <a:pPr algn="l" fontAlgn="b">
                        <a:buNone/>
                      </a:pPr>
                      <a:r>
                        <a:rPr lang="en-IN" sz="1100" u="none" strike="noStrike" dirty="0">
                          <a:effectLst/>
                        </a:rPr>
                        <a:t>June</a:t>
                      </a:r>
                      <a:endParaRPr lang="en-IN" sz="1100" b="0" i="0" u="none" strike="noStrike" dirty="0">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r" fontAlgn="b">
                        <a:buNone/>
                      </a:pPr>
                      <a:r>
                        <a:rPr lang="en-IN" sz="1100" u="none" strike="noStrike" dirty="0">
                          <a:effectLst/>
                        </a:rPr>
                        <a:t>₹ 13,560.00</a:t>
                      </a:r>
                      <a:endParaRPr lang="en-IN" sz="1100" b="0" i="0" u="none" strike="noStrike" dirty="0">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extLst>
                  <a:ext uri="{0D108BD9-81ED-4DB2-BD59-A6C34878D82A}">
                    <a16:rowId xmlns:a16="http://schemas.microsoft.com/office/drawing/2014/main" val="2698108773"/>
                  </a:ext>
                </a:extLst>
              </a:tr>
              <a:tr h="206785">
                <a:tc>
                  <a:txBody>
                    <a:bodyPr/>
                    <a:lstStyle/>
                    <a:p>
                      <a:pPr algn="l" fontAlgn="b">
                        <a:buNone/>
                      </a:pPr>
                      <a:r>
                        <a:rPr lang="en-IN" sz="1100" u="none" strike="noStrike" dirty="0">
                          <a:effectLst/>
                        </a:rPr>
                        <a:t>May</a:t>
                      </a:r>
                      <a:endParaRPr lang="en-IN" sz="1100" b="0" i="0" u="none" strike="noStrike" dirty="0">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r" fontAlgn="b">
                        <a:buNone/>
                      </a:pPr>
                      <a:r>
                        <a:rPr lang="en-IN" sz="1100" u="none" strike="noStrike" dirty="0">
                          <a:effectLst/>
                        </a:rPr>
                        <a:t>₹ 13,370.00</a:t>
                      </a:r>
                      <a:endParaRPr lang="en-IN" sz="1100" b="0" i="0" u="none" strike="noStrike" dirty="0">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extLst>
                  <a:ext uri="{0D108BD9-81ED-4DB2-BD59-A6C34878D82A}">
                    <a16:rowId xmlns:a16="http://schemas.microsoft.com/office/drawing/2014/main" val="341316176"/>
                  </a:ext>
                </a:extLst>
              </a:tr>
              <a:tr h="206785">
                <a:tc>
                  <a:txBody>
                    <a:bodyPr/>
                    <a:lstStyle/>
                    <a:p>
                      <a:pPr algn="l" fontAlgn="b">
                        <a:buNone/>
                      </a:pPr>
                      <a:r>
                        <a:rPr lang="en-IN" sz="1100" u="none" strike="noStrike">
                          <a:effectLst/>
                        </a:rPr>
                        <a:t>March</a:t>
                      </a:r>
                      <a:endParaRPr lang="en-IN" sz="1100" b="0" i="0" u="none" strike="noStrike">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r" fontAlgn="b">
                        <a:buNone/>
                      </a:pPr>
                      <a:r>
                        <a:rPr lang="en-IN" sz="1100" u="none" strike="noStrike" dirty="0">
                          <a:effectLst/>
                        </a:rPr>
                        <a:t>₹ 13,140.00</a:t>
                      </a:r>
                      <a:endParaRPr lang="en-IN" sz="1100" b="0" i="0" u="none" strike="noStrike" dirty="0">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extLst>
                  <a:ext uri="{0D108BD9-81ED-4DB2-BD59-A6C34878D82A}">
                    <a16:rowId xmlns:a16="http://schemas.microsoft.com/office/drawing/2014/main" val="1111822102"/>
                  </a:ext>
                </a:extLst>
              </a:tr>
              <a:tr h="206785">
                <a:tc>
                  <a:txBody>
                    <a:bodyPr/>
                    <a:lstStyle/>
                    <a:p>
                      <a:pPr algn="l" fontAlgn="b">
                        <a:buNone/>
                      </a:pPr>
                      <a:r>
                        <a:rPr lang="en-IN" sz="1100" u="none" strike="noStrike" dirty="0">
                          <a:effectLst/>
                        </a:rPr>
                        <a:t>Grand Total</a:t>
                      </a:r>
                      <a:endParaRPr lang="en-IN" sz="1100" b="1" i="0" u="none" strike="noStrike" dirty="0">
                        <a:solidFill>
                          <a:srgbClr val="000000"/>
                        </a:solidFill>
                        <a:effectLst/>
                        <a:latin typeface="Calibri" panose="020F0502020204030204" pitchFamily="34" charset="0"/>
                      </a:endParaRPr>
                    </a:p>
                  </a:txBody>
                  <a:tcPr marL="7620" marR="7620" marT="7620" marB="0" anchor="b">
                    <a:solidFill>
                      <a:schemeClr val="accent5">
                        <a:lumMod val="60000"/>
                        <a:lumOff val="40000"/>
                      </a:schemeClr>
                    </a:solidFill>
                  </a:tcPr>
                </a:tc>
                <a:tc>
                  <a:txBody>
                    <a:bodyPr/>
                    <a:lstStyle/>
                    <a:p>
                      <a:pPr algn="r" fontAlgn="b">
                        <a:buNone/>
                      </a:pPr>
                      <a:r>
                        <a:rPr lang="en-IN" sz="1100" u="none" strike="noStrike" dirty="0">
                          <a:effectLst/>
                        </a:rPr>
                        <a:t>₹ 84,390.00</a:t>
                      </a:r>
                      <a:endParaRPr lang="en-IN" sz="1100" b="1" i="0" u="none" strike="noStrike" dirty="0">
                        <a:solidFill>
                          <a:srgbClr val="000000"/>
                        </a:solidFill>
                        <a:effectLst/>
                        <a:latin typeface="Calibri" panose="020F0502020204030204" pitchFamily="34" charset="0"/>
                      </a:endParaRPr>
                    </a:p>
                  </a:txBody>
                  <a:tcPr marL="7620" marR="7620" marT="7620" marB="0" anchor="b">
                    <a:solidFill>
                      <a:schemeClr val="accent5">
                        <a:lumMod val="60000"/>
                        <a:lumOff val="40000"/>
                      </a:schemeClr>
                    </a:solidFill>
                  </a:tcPr>
                </a:tc>
                <a:extLst>
                  <a:ext uri="{0D108BD9-81ED-4DB2-BD59-A6C34878D82A}">
                    <a16:rowId xmlns:a16="http://schemas.microsoft.com/office/drawing/2014/main" val="1338814185"/>
                  </a:ext>
                </a:extLst>
              </a:tr>
            </a:tbl>
          </a:graphicData>
        </a:graphic>
      </p:graphicFrame>
      <p:graphicFrame>
        <p:nvGraphicFramePr>
          <p:cNvPr id="6" name="Chart 5">
            <a:extLst>
              <a:ext uri="{FF2B5EF4-FFF2-40B4-BE49-F238E27FC236}">
                <a16:creationId xmlns:a16="http://schemas.microsoft.com/office/drawing/2014/main" id="{1161E7CC-0CE2-8E44-E528-8649E793BBC2}"/>
              </a:ext>
            </a:extLst>
          </p:cNvPr>
          <p:cNvGraphicFramePr>
            <a:graphicFrameLocks/>
          </p:cNvGraphicFramePr>
          <p:nvPr>
            <p:extLst>
              <p:ext uri="{D42A27DB-BD31-4B8C-83A1-F6EECF244321}">
                <p14:modId xmlns:p14="http://schemas.microsoft.com/office/powerpoint/2010/main" val="312985851"/>
              </p:ext>
            </p:extLst>
          </p:nvPr>
        </p:nvGraphicFramePr>
        <p:xfrm>
          <a:off x="5300303" y="2769333"/>
          <a:ext cx="4616064" cy="2774508"/>
        </p:xfrm>
        <a:graphic>
          <a:graphicData uri="http://schemas.openxmlformats.org/drawingml/2006/chart">
            <c:chart xmlns:c="http://schemas.openxmlformats.org/drawingml/2006/chart" xmlns:r="http://schemas.openxmlformats.org/officeDocument/2006/relationships" r:id="rId3"/>
          </a:graphicData>
        </a:graphic>
      </p:graphicFrame>
    </p:spTree>
    <p:custDataLst>
      <p:tags r:id="rId1"/>
    </p:custDataLst>
    <p:extLst>
      <p:ext uri="{BB962C8B-B14F-4D97-AF65-F5344CB8AC3E}">
        <p14:creationId xmlns:p14="http://schemas.microsoft.com/office/powerpoint/2010/main" val="3097943756"/>
      </p:ext>
    </p:extLst>
  </p:cSld>
  <p:clrMapOvr>
    <a:masterClrMapping/>
  </p:clrMapOvr>
  <mc:AlternateContent xmlns:mc="http://schemas.openxmlformats.org/markup-compatibility/2006" xmlns:p14="http://schemas.microsoft.com/office/powerpoint/2010/main">
    <mc:Choice Requires="p14">
      <p:transition spd="slow" p14:dur="2000" advTm="45022"/>
    </mc:Choice>
    <mc:Fallback xmlns="">
      <p:transition spd="slow" advTm="4502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5AB7A-03FD-D376-F6BB-C7FC682B7ACF}"/>
              </a:ext>
            </a:extLst>
          </p:cNvPr>
          <p:cNvSpPr>
            <a:spLocks noGrp="1"/>
          </p:cNvSpPr>
          <p:nvPr>
            <p:ph type="title"/>
          </p:nvPr>
        </p:nvSpPr>
        <p:spPr/>
        <p:txBody>
          <a:bodyPr/>
          <a:lstStyle/>
          <a:p>
            <a:r>
              <a:rPr lang="en-IN" dirty="0">
                <a:solidFill>
                  <a:schemeClr val="accent1"/>
                </a:solidFill>
              </a:rPr>
              <a:t>Part 2- Problem 2</a:t>
            </a:r>
          </a:p>
        </p:txBody>
      </p:sp>
      <p:sp>
        <p:nvSpPr>
          <p:cNvPr id="3" name="Content Placeholder 2">
            <a:extLst>
              <a:ext uri="{FF2B5EF4-FFF2-40B4-BE49-F238E27FC236}">
                <a16:creationId xmlns:a16="http://schemas.microsoft.com/office/drawing/2014/main" id="{35C7D716-125D-176E-895E-B5E06E705B97}"/>
              </a:ext>
            </a:extLst>
          </p:cNvPr>
          <p:cNvSpPr>
            <a:spLocks noGrp="1"/>
          </p:cNvSpPr>
          <p:nvPr>
            <p:ph idx="1"/>
          </p:nvPr>
        </p:nvSpPr>
        <p:spPr/>
        <p:txBody>
          <a:bodyPr/>
          <a:lstStyle/>
          <a:p>
            <a:r>
              <a:rPr lang="en-IN" sz="1200" dirty="0">
                <a:solidFill>
                  <a:schemeClr val="tx1"/>
                </a:solidFill>
              </a:rPr>
              <a:t>Category wise expenses(Pivot table). Visually represent it with data bars to display categories with the highest and lowest expense amount.</a:t>
            </a:r>
          </a:p>
          <a:p>
            <a:endParaRPr lang="en-IN" dirty="0"/>
          </a:p>
        </p:txBody>
      </p:sp>
      <p:graphicFrame>
        <p:nvGraphicFramePr>
          <p:cNvPr id="4" name="Table 3">
            <a:extLst>
              <a:ext uri="{FF2B5EF4-FFF2-40B4-BE49-F238E27FC236}">
                <a16:creationId xmlns:a16="http://schemas.microsoft.com/office/drawing/2014/main" id="{84485022-6CD7-D572-D20A-075A2D43666B}"/>
              </a:ext>
            </a:extLst>
          </p:cNvPr>
          <p:cNvGraphicFramePr>
            <a:graphicFrameLocks noGrp="1"/>
          </p:cNvGraphicFramePr>
          <p:nvPr>
            <p:extLst>
              <p:ext uri="{D42A27DB-BD31-4B8C-83A1-F6EECF244321}">
                <p14:modId xmlns:p14="http://schemas.microsoft.com/office/powerpoint/2010/main" val="207135481"/>
              </p:ext>
            </p:extLst>
          </p:nvPr>
        </p:nvGraphicFramePr>
        <p:xfrm>
          <a:off x="1877961" y="3141133"/>
          <a:ext cx="3898925" cy="2743200"/>
        </p:xfrm>
        <a:graphic>
          <a:graphicData uri="http://schemas.openxmlformats.org/drawingml/2006/table">
            <a:tbl>
              <a:tblPr>
                <a:tableStyleId>{5C22544A-7EE6-4342-B048-85BDC9FD1C3A}</a:tableStyleId>
              </a:tblPr>
              <a:tblGrid>
                <a:gridCol w="1891558">
                  <a:extLst>
                    <a:ext uri="{9D8B030D-6E8A-4147-A177-3AD203B41FA5}">
                      <a16:colId xmlns:a16="http://schemas.microsoft.com/office/drawing/2014/main" val="3484941829"/>
                    </a:ext>
                  </a:extLst>
                </a:gridCol>
                <a:gridCol w="2007367">
                  <a:extLst>
                    <a:ext uri="{9D8B030D-6E8A-4147-A177-3AD203B41FA5}">
                      <a16:colId xmlns:a16="http://schemas.microsoft.com/office/drawing/2014/main" val="863693294"/>
                    </a:ext>
                  </a:extLst>
                </a:gridCol>
              </a:tblGrid>
              <a:tr h="304800">
                <a:tc>
                  <a:txBody>
                    <a:bodyPr/>
                    <a:lstStyle/>
                    <a:p>
                      <a:pPr algn="l" fontAlgn="b">
                        <a:buNone/>
                      </a:pPr>
                      <a:r>
                        <a:rPr lang="en-IN" sz="1100" u="none" strike="noStrike" dirty="0">
                          <a:effectLst/>
                        </a:rPr>
                        <a:t>Row Labels</a:t>
                      </a:r>
                      <a:endParaRPr lang="en-IN" sz="1100" b="1" i="0" u="none" strike="noStrike" dirty="0">
                        <a:solidFill>
                          <a:srgbClr val="000000"/>
                        </a:solidFill>
                        <a:effectLst/>
                        <a:latin typeface="Calibri" panose="020F0502020204030204" pitchFamily="34" charset="0"/>
                      </a:endParaRPr>
                    </a:p>
                  </a:txBody>
                  <a:tcPr marL="7620" marR="7620" marT="7620" marB="0" anchor="b">
                    <a:solidFill>
                      <a:srgbClr val="92D050"/>
                    </a:solidFill>
                  </a:tcPr>
                </a:tc>
                <a:tc>
                  <a:txBody>
                    <a:bodyPr/>
                    <a:lstStyle/>
                    <a:p>
                      <a:pPr algn="l" fontAlgn="b">
                        <a:buNone/>
                      </a:pPr>
                      <a:r>
                        <a:rPr lang="en-IN" sz="1100" u="none" strike="noStrike" dirty="0">
                          <a:effectLst/>
                        </a:rPr>
                        <a:t>Sum of Expense (INR)</a:t>
                      </a:r>
                      <a:endParaRPr lang="en-IN" sz="1100" b="1" i="0" u="none" strike="noStrike" dirty="0">
                        <a:solidFill>
                          <a:srgbClr val="000000"/>
                        </a:solidFill>
                        <a:effectLst/>
                        <a:latin typeface="Calibri" panose="020F0502020204030204" pitchFamily="34" charset="0"/>
                      </a:endParaRPr>
                    </a:p>
                  </a:txBody>
                  <a:tcPr marL="7620" marR="7620" marT="7620" marB="0" anchor="b">
                    <a:solidFill>
                      <a:srgbClr val="92D050"/>
                    </a:solidFill>
                  </a:tcPr>
                </a:tc>
                <a:extLst>
                  <a:ext uri="{0D108BD9-81ED-4DB2-BD59-A6C34878D82A}">
                    <a16:rowId xmlns:a16="http://schemas.microsoft.com/office/drawing/2014/main" val="722583172"/>
                  </a:ext>
                </a:extLst>
              </a:tr>
              <a:tr h="304800">
                <a:tc>
                  <a:txBody>
                    <a:bodyPr/>
                    <a:lstStyle/>
                    <a:p>
                      <a:pPr algn="l" fontAlgn="b">
                        <a:buNone/>
                      </a:pPr>
                      <a:r>
                        <a:rPr lang="en-IN" sz="1100" u="none" strike="noStrike" dirty="0">
                          <a:effectLst/>
                        </a:rPr>
                        <a:t>Grocery</a:t>
                      </a:r>
                      <a:endParaRPr lang="en-IN" sz="1100" b="0" i="0" u="none" strike="noStrike" dirty="0">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r" fontAlgn="b">
                        <a:buNone/>
                      </a:pPr>
                      <a:r>
                        <a:rPr lang="en-IN" sz="1100" u="none" strike="noStrike">
                          <a:effectLst/>
                        </a:rPr>
                        <a:t>₹ 30,990.00</a:t>
                      </a:r>
                      <a:endParaRPr lang="en-IN" sz="1100" b="0" i="0" u="none" strike="noStrike">
                        <a:solidFill>
                          <a:srgbClr val="9C5700"/>
                        </a:solidFill>
                        <a:effectLst/>
                        <a:latin typeface="Calibri" panose="020F0502020204030204" pitchFamily="34" charset="0"/>
                      </a:endParaRPr>
                    </a:p>
                  </a:txBody>
                  <a:tcPr marL="7620" marR="7620" marT="7620" marB="0" anchor="b">
                    <a:solidFill>
                      <a:schemeClr val="accent2">
                        <a:lumMod val="20000"/>
                        <a:lumOff val="80000"/>
                      </a:schemeClr>
                    </a:solidFill>
                  </a:tcPr>
                </a:tc>
                <a:extLst>
                  <a:ext uri="{0D108BD9-81ED-4DB2-BD59-A6C34878D82A}">
                    <a16:rowId xmlns:a16="http://schemas.microsoft.com/office/drawing/2014/main" val="1510331348"/>
                  </a:ext>
                </a:extLst>
              </a:tr>
              <a:tr h="304800">
                <a:tc>
                  <a:txBody>
                    <a:bodyPr/>
                    <a:lstStyle/>
                    <a:p>
                      <a:pPr algn="l" fontAlgn="b">
                        <a:buNone/>
                      </a:pPr>
                      <a:r>
                        <a:rPr lang="en-IN" sz="1100" u="none" strike="noStrike" dirty="0">
                          <a:effectLst/>
                        </a:rPr>
                        <a:t>Ticket and Bills</a:t>
                      </a:r>
                      <a:endParaRPr lang="en-IN" sz="1100" b="0" i="0" u="none" strike="noStrike" dirty="0">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r" fontAlgn="b">
                        <a:buNone/>
                      </a:pPr>
                      <a:r>
                        <a:rPr lang="en-IN" sz="1100" u="none" strike="noStrike">
                          <a:effectLst/>
                        </a:rPr>
                        <a:t>₹ 16,040.00</a:t>
                      </a:r>
                      <a:endParaRPr lang="en-IN" sz="1100" b="0" i="0" u="none" strike="noStrike">
                        <a:solidFill>
                          <a:srgbClr val="9C5700"/>
                        </a:solidFill>
                        <a:effectLst/>
                        <a:latin typeface="Calibri" panose="020F0502020204030204" pitchFamily="34" charset="0"/>
                      </a:endParaRPr>
                    </a:p>
                  </a:txBody>
                  <a:tcPr marL="7620" marR="7620" marT="7620" marB="0" anchor="b">
                    <a:solidFill>
                      <a:schemeClr val="accent2">
                        <a:lumMod val="20000"/>
                        <a:lumOff val="80000"/>
                      </a:schemeClr>
                    </a:solidFill>
                  </a:tcPr>
                </a:tc>
                <a:extLst>
                  <a:ext uri="{0D108BD9-81ED-4DB2-BD59-A6C34878D82A}">
                    <a16:rowId xmlns:a16="http://schemas.microsoft.com/office/drawing/2014/main" val="1542846730"/>
                  </a:ext>
                </a:extLst>
              </a:tr>
              <a:tr h="304800">
                <a:tc>
                  <a:txBody>
                    <a:bodyPr/>
                    <a:lstStyle/>
                    <a:p>
                      <a:pPr algn="l" fontAlgn="b">
                        <a:buNone/>
                      </a:pPr>
                      <a:r>
                        <a:rPr lang="en-IN" sz="1100" u="none" strike="noStrike" dirty="0">
                          <a:effectLst/>
                        </a:rPr>
                        <a:t>Entertainment</a:t>
                      </a:r>
                      <a:endParaRPr lang="en-IN" sz="1100" b="0" i="0" u="none" strike="noStrike" dirty="0">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r" fontAlgn="b">
                        <a:buNone/>
                      </a:pPr>
                      <a:r>
                        <a:rPr lang="en-IN" sz="1100" u="none" strike="noStrike">
                          <a:effectLst/>
                        </a:rPr>
                        <a:t>₹ 12,000.00</a:t>
                      </a:r>
                      <a:endParaRPr lang="en-IN" sz="1100" b="0" i="0" u="none" strike="noStrike">
                        <a:solidFill>
                          <a:srgbClr val="9C5700"/>
                        </a:solidFill>
                        <a:effectLst/>
                        <a:latin typeface="Calibri" panose="020F0502020204030204" pitchFamily="34" charset="0"/>
                      </a:endParaRPr>
                    </a:p>
                  </a:txBody>
                  <a:tcPr marL="7620" marR="7620" marT="7620" marB="0" anchor="b">
                    <a:solidFill>
                      <a:schemeClr val="accent2">
                        <a:lumMod val="20000"/>
                        <a:lumOff val="80000"/>
                      </a:schemeClr>
                    </a:solidFill>
                  </a:tcPr>
                </a:tc>
                <a:extLst>
                  <a:ext uri="{0D108BD9-81ED-4DB2-BD59-A6C34878D82A}">
                    <a16:rowId xmlns:a16="http://schemas.microsoft.com/office/drawing/2014/main" val="2641778569"/>
                  </a:ext>
                </a:extLst>
              </a:tr>
              <a:tr h="304800">
                <a:tc>
                  <a:txBody>
                    <a:bodyPr/>
                    <a:lstStyle/>
                    <a:p>
                      <a:pPr algn="l" fontAlgn="b">
                        <a:buNone/>
                      </a:pPr>
                      <a:r>
                        <a:rPr lang="en-IN" sz="1100" u="none" strike="noStrike" dirty="0">
                          <a:effectLst/>
                        </a:rPr>
                        <a:t>Shopping</a:t>
                      </a:r>
                      <a:endParaRPr lang="en-IN" sz="1100" b="0" i="0" u="none" strike="noStrike" dirty="0">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r" fontAlgn="b">
                        <a:buNone/>
                      </a:pPr>
                      <a:r>
                        <a:rPr lang="en-IN" sz="1100" u="none" strike="noStrike">
                          <a:effectLst/>
                        </a:rPr>
                        <a:t>₹ 8,700.00</a:t>
                      </a:r>
                      <a:endParaRPr lang="en-IN" sz="1100" b="0" i="0" u="none" strike="noStrike">
                        <a:solidFill>
                          <a:srgbClr val="9C5700"/>
                        </a:solidFill>
                        <a:effectLst/>
                        <a:latin typeface="Calibri" panose="020F0502020204030204" pitchFamily="34" charset="0"/>
                      </a:endParaRPr>
                    </a:p>
                  </a:txBody>
                  <a:tcPr marL="7620" marR="7620" marT="7620" marB="0" anchor="b">
                    <a:solidFill>
                      <a:schemeClr val="accent2">
                        <a:lumMod val="20000"/>
                        <a:lumOff val="80000"/>
                      </a:schemeClr>
                    </a:solidFill>
                  </a:tcPr>
                </a:tc>
                <a:extLst>
                  <a:ext uri="{0D108BD9-81ED-4DB2-BD59-A6C34878D82A}">
                    <a16:rowId xmlns:a16="http://schemas.microsoft.com/office/drawing/2014/main" val="3444130101"/>
                  </a:ext>
                </a:extLst>
              </a:tr>
              <a:tr h="304800">
                <a:tc>
                  <a:txBody>
                    <a:bodyPr/>
                    <a:lstStyle/>
                    <a:p>
                      <a:pPr algn="l" fontAlgn="b">
                        <a:buNone/>
                      </a:pPr>
                      <a:r>
                        <a:rPr lang="en-IN" sz="1100" u="none" strike="noStrike">
                          <a:effectLst/>
                        </a:rPr>
                        <a:t>Miscellaneous</a:t>
                      </a:r>
                      <a:endParaRPr lang="en-IN" sz="1100" b="0" i="0" u="none" strike="noStrike">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r" fontAlgn="b">
                        <a:buNone/>
                      </a:pPr>
                      <a:r>
                        <a:rPr lang="en-IN" sz="1100" u="none" strike="noStrike" dirty="0">
                          <a:effectLst/>
                        </a:rPr>
                        <a:t>₹ 7,720.00</a:t>
                      </a:r>
                      <a:endParaRPr lang="en-IN" sz="1100" b="0" i="0" u="none" strike="noStrike" dirty="0">
                        <a:solidFill>
                          <a:srgbClr val="9C5700"/>
                        </a:solidFill>
                        <a:effectLst/>
                        <a:latin typeface="Calibri" panose="020F0502020204030204" pitchFamily="34" charset="0"/>
                      </a:endParaRPr>
                    </a:p>
                  </a:txBody>
                  <a:tcPr marL="7620" marR="7620" marT="7620" marB="0" anchor="b">
                    <a:solidFill>
                      <a:schemeClr val="accent2">
                        <a:lumMod val="20000"/>
                        <a:lumOff val="80000"/>
                      </a:schemeClr>
                    </a:solidFill>
                  </a:tcPr>
                </a:tc>
                <a:extLst>
                  <a:ext uri="{0D108BD9-81ED-4DB2-BD59-A6C34878D82A}">
                    <a16:rowId xmlns:a16="http://schemas.microsoft.com/office/drawing/2014/main" val="3838719020"/>
                  </a:ext>
                </a:extLst>
              </a:tr>
              <a:tr h="304800">
                <a:tc>
                  <a:txBody>
                    <a:bodyPr/>
                    <a:lstStyle/>
                    <a:p>
                      <a:pPr algn="l" fontAlgn="b">
                        <a:buNone/>
                      </a:pPr>
                      <a:r>
                        <a:rPr lang="en-IN" sz="1100" u="none" strike="noStrike">
                          <a:effectLst/>
                        </a:rPr>
                        <a:t>Food</a:t>
                      </a:r>
                      <a:endParaRPr lang="en-IN" sz="1100" b="0" i="0" u="none" strike="noStrike">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r" fontAlgn="b">
                        <a:buNone/>
                      </a:pPr>
                      <a:r>
                        <a:rPr lang="en-IN" sz="1100" u="none" strike="noStrike" dirty="0">
                          <a:effectLst/>
                        </a:rPr>
                        <a:t>₹ 4,940.00</a:t>
                      </a:r>
                      <a:endParaRPr lang="en-IN" sz="1100" b="0" i="0" u="none" strike="noStrike" dirty="0">
                        <a:solidFill>
                          <a:srgbClr val="9C5700"/>
                        </a:solidFill>
                        <a:effectLst/>
                        <a:latin typeface="Calibri" panose="020F0502020204030204" pitchFamily="34" charset="0"/>
                      </a:endParaRPr>
                    </a:p>
                  </a:txBody>
                  <a:tcPr marL="7620" marR="7620" marT="7620" marB="0" anchor="b">
                    <a:solidFill>
                      <a:schemeClr val="accent2">
                        <a:lumMod val="20000"/>
                        <a:lumOff val="80000"/>
                      </a:schemeClr>
                    </a:solidFill>
                  </a:tcPr>
                </a:tc>
                <a:extLst>
                  <a:ext uri="{0D108BD9-81ED-4DB2-BD59-A6C34878D82A}">
                    <a16:rowId xmlns:a16="http://schemas.microsoft.com/office/drawing/2014/main" val="2996630305"/>
                  </a:ext>
                </a:extLst>
              </a:tr>
              <a:tr h="304800">
                <a:tc>
                  <a:txBody>
                    <a:bodyPr/>
                    <a:lstStyle/>
                    <a:p>
                      <a:pPr algn="l" fontAlgn="b">
                        <a:buNone/>
                      </a:pPr>
                      <a:r>
                        <a:rPr lang="en-IN" sz="1100" u="none" strike="noStrike">
                          <a:effectLst/>
                        </a:rPr>
                        <a:t>Doctor and Medicine</a:t>
                      </a:r>
                      <a:endParaRPr lang="en-IN" sz="1100" b="0" i="0" u="none" strike="noStrike">
                        <a:solidFill>
                          <a:srgbClr val="000000"/>
                        </a:solidFill>
                        <a:effectLst/>
                        <a:latin typeface="Calibri" panose="020F0502020204030204" pitchFamily="34" charset="0"/>
                      </a:endParaRPr>
                    </a:p>
                  </a:txBody>
                  <a:tcPr marL="7620" marR="7620" marT="7620" marB="0" anchor="b">
                    <a:solidFill>
                      <a:schemeClr val="accent2">
                        <a:lumMod val="20000"/>
                        <a:lumOff val="80000"/>
                      </a:schemeClr>
                    </a:solidFill>
                  </a:tcPr>
                </a:tc>
                <a:tc>
                  <a:txBody>
                    <a:bodyPr/>
                    <a:lstStyle/>
                    <a:p>
                      <a:pPr algn="r" fontAlgn="b">
                        <a:buNone/>
                      </a:pPr>
                      <a:r>
                        <a:rPr lang="en-IN" sz="1100" u="none" strike="noStrike" dirty="0">
                          <a:effectLst/>
                        </a:rPr>
                        <a:t>₹ 4,000.00</a:t>
                      </a:r>
                      <a:endParaRPr lang="en-IN" sz="1100" b="0" i="0" u="none" strike="noStrike" dirty="0">
                        <a:solidFill>
                          <a:srgbClr val="9C5700"/>
                        </a:solidFill>
                        <a:effectLst/>
                        <a:latin typeface="Calibri" panose="020F0502020204030204" pitchFamily="34" charset="0"/>
                      </a:endParaRPr>
                    </a:p>
                  </a:txBody>
                  <a:tcPr marL="7620" marR="7620" marT="7620" marB="0" anchor="b">
                    <a:solidFill>
                      <a:schemeClr val="accent2">
                        <a:lumMod val="20000"/>
                        <a:lumOff val="80000"/>
                      </a:schemeClr>
                    </a:solidFill>
                  </a:tcPr>
                </a:tc>
                <a:extLst>
                  <a:ext uri="{0D108BD9-81ED-4DB2-BD59-A6C34878D82A}">
                    <a16:rowId xmlns:a16="http://schemas.microsoft.com/office/drawing/2014/main" val="300694262"/>
                  </a:ext>
                </a:extLst>
              </a:tr>
              <a:tr h="304800">
                <a:tc>
                  <a:txBody>
                    <a:bodyPr/>
                    <a:lstStyle/>
                    <a:p>
                      <a:pPr algn="l" fontAlgn="b">
                        <a:buNone/>
                      </a:pPr>
                      <a:r>
                        <a:rPr lang="en-IN" sz="1100" u="none" strike="noStrike" dirty="0">
                          <a:effectLst/>
                        </a:rPr>
                        <a:t>Grand Total</a:t>
                      </a:r>
                      <a:endParaRPr lang="en-IN" sz="1100" b="1" i="0" u="none" strike="noStrike" dirty="0">
                        <a:solidFill>
                          <a:srgbClr val="000000"/>
                        </a:solidFill>
                        <a:effectLst/>
                        <a:latin typeface="Calibri" panose="020F0502020204030204" pitchFamily="34" charset="0"/>
                      </a:endParaRPr>
                    </a:p>
                  </a:txBody>
                  <a:tcPr marL="7620" marR="7620" marT="7620" marB="0" anchor="b">
                    <a:solidFill>
                      <a:schemeClr val="accent5">
                        <a:lumMod val="40000"/>
                        <a:lumOff val="60000"/>
                      </a:schemeClr>
                    </a:solidFill>
                  </a:tcPr>
                </a:tc>
                <a:tc>
                  <a:txBody>
                    <a:bodyPr/>
                    <a:lstStyle/>
                    <a:p>
                      <a:pPr algn="r" fontAlgn="b">
                        <a:buNone/>
                      </a:pPr>
                      <a:r>
                        <a:rPr lang="en-IN" sz="1100" u="none" strike="noStrike" dirty="0">
                          <a:effectLst/>
                        </a:rPr>
                        <a:t>84390</a:t>
                      </a:r>
                      <a:endParaRPr lang="en-IN" sz="1100" b="1" i="0" u="none" strike="noStrike" dirty="0">
                        <a:solidFill>
                          <a:srgbClr val="000000"/>
                        </a:solidFill>
                        <a:effectLst/>
                        <a:latin typeface="Calibri" panose="020F0502020204030204" pitchFamily="34" charset="0"/>
                      </a:endParaRPr>
                    </a:p>
                  </a:txBody>
                  <a:tcPr marL="7620" marR="7620" marT="7620" marB="0" anchor="b">
                    <a:solidFill>
                      <a:schemeClr val="accent5">
                        <a:lumMod val="40000"/>
                        <a:lumOff val="60000"/>
                      </a:schemeClr>
                    </a:solidFill>
                  </a:tcPr>
                </a:tc>
                <a:extLst>
                  <a:ext uri="{0D108BD9-81ED-4DB2-BD59-A6C34878D82A}">
                    <a16:rowId xmlns:a16="http://schemas.microsoft.com/office/drawing/2014/main" val="4285428749"/>
                  </a:ext>
                </a:extLst>
              </a:tr>
            </a:tbl>
          </a:graphicData>
        </a:graphic>
      </p:graphicFrame>
      <p:graphicFrame>
        <p:nvGraphicFramePr>
          <p:cNvPr id="5" name="Chart 4">
            <a:extLst>
              <a:ext uri="{FF2B5EF4-FFF2-40B4-BE49-F238E27FC236}">
                <a16:creationId xmlns:a16="http://schemas.microsoft.com/office/drawing/2014/main" id="{9232F609-01BD-B4E7-4246-313CFC342465}"/>
              </a:ext>
            </a:extLst>
          </p:cNvPr>
          <p:cNvGraphicFramePr>
            <a:graphicFrameLocks/>
          </p:cNvGraphicFramePr>
          <p:nvPr>
            <p:extLst>
              <p:ext uri="{D42A27DB-BD31-4B8C-83A1-F6EECF244321}">
                <p14:modId xmlns:p14="http://schemas.microsoft.com/office/powerpoint/2010/main" val="729336186"/>
              </p:ext>
            </p:extLst>
          </p:nvPr>
        </p:nvGraphicFramePr>
        <p:xfrm>
          <a:off x="5776886" y="3141132"/>
          <a:ext cx="4572000" cy="2743200"/>
        </p:xfrm>
        <a:graphic>
          <a:graphicData uri="http://schemas.openxmlformats.org/drawingml/2006/chart">
            <c:chart xmlns:c="http://schemas.openxmlformats.org/drawingml/2006/chart" xmlns:r="http://schemas.openxmlformats.org/officeDocument/2006/relationships" r:id="rId3"/>
          </a:graphicData>
        </a:graphic>
      </p:graphicFrame>
    </p:spTree>
    <p:custDataLst>
      <p:tags r:id="rId1"/>
    </p:custDataLst>
    <p:extLst>
      <p:ext uri="{BB962C8B-B14F-4D97-AF65-F5344CB8AC3E}">
        <p14:creationId xmlns:p14="http://schemas.microsoft.com/office/powerpoint/2010/main" val="1904837416"/>
      </p:ext>
    </p:extLst>
  </p:cSld>
  <p:clrMapOvr>
    <a:masterClrMapping/>
  </p:clrMapOvr>
  <mc:AlternateContent xmlns:mc="http://schemas.openxmlformats.org/markup-compatibility/2006" xmlns:p14="http://schemas.microsoft.com/office/powerpoint/2010/main">
    <mc:Choice Requires="p14">
      <p:transition spd="slow" p14:dur="2000" advTm="51551"/>
    </mc:Choice>
    <mc:Fallback xmlns="">
      <p:transition spd="slow" advTm="5155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0B848-9C47-3BD5-785B-65A04BC0F66B}"/>
              </a:ext>
            </a:extLst>
          </p:cNvPr>
          <p:cNvSpPr>
            <a:spLocks noGrp="1"/>
          </p:cNvSpPr>
          <p:nvPr>
            <p:ph type="title"/>
          </p:nvPr>
        </p:nvSpPr>
        <p:spPr/>
        <p:txBody>
          <a:bodyPr/>
          <a:lstStyle/>
          <a:p>
            <a:r>
              <a:rPr lang="en-IN" dirty="0">
                <a:solidFill>
                  <a:schemeClr val="accent1"/>
                </a:solidFill>
              </a:rPr>
              <a:t>Part 2- Problem 3</a:t>
            </a:r>
          </a:p>
        </p:txBody>
      </p:sp>
      <p:sp>
        <p:nvSpPr>
          <p:cNvPr id="3" name="Content Placeholder 2">
            <a:extLst>
              <a:ext uri="{FF2B5EF4-FFF2-40B4-BE49-F238E27FC236}">
                <a16:creationId xmlns:a16="http://schemas.microsoft.com/office/drawing/2014/main" id="{2A07D82E-5F5F-9BA6-DB7D-7C5509C7F27E}"/>
              </a:ext>
            </a:extLst>
          </p:cNvPr>
          <p:cNvSpPr>
            <a:spLocks noGrp="1"/>
          </p:cNvSpPr>
          <p:nvPr>
            <p:ph idx="1"/>
          </p:nvPr>
        </p:nvSpPr>
        <p:spPr>
          <a:xfrm>
            <a:off x="1219200" y="2603500"/>
            <a:ext cx="8761413" cy="3416300"/>
          </a:xfrm>
        </p:spPr>
        <p:txBody>
          <a:bodyPr/>
          <a:lstStyle/>
          <a:p>
            <a:r>
              <a:rPr lang="en-IN" sz="1200" dirty="0">
                <a:solidFill>
                  <a:schemeClr val="tx1"/>
                </a:solidFill>
              </a:rPr>
              <a:t>Month- wise expense of each category(Pivot table). Find out 2 categories with higher expenses for each of the 6 months.</a:t>
            </a:r>
          </a:p>
          <a:p>
            <a:endParaRPr lang="en-IN" dirty="0"/>
          </a:p>
        </p:txBody>
      </p:sp>
      <p:graphicFrame>
        <p:nvGraphicFramePr>
          <p:cNvPr id="6" name="Table 5">
            <a:extLst>
              <a:ext uri="{FF2B5EF4-FFF2-40B4-BE49-F238E27FC236}">
                <a16:creationId xmlns:a16="http://schemas.microsoft.com/office/drawing/2014/main" id="{22CB2CAD-1FFE-BE6E-6608-4FA3A8A7F72B}"/>
              </a:ext>
            </a:extLst>
          </p:cNvPr>
          <p:cNvGraphicFramePr>
            <a:graphicFrameLocks noGrp="1"/>
          </p:cNvGraphicFramePr>
          <p:nvPr>
            <p:extLst>
              <p:ext uri="{D42A27DB-BD31-4B8C-83A1-F6EECF244321}">
                <p14:modId xmlns:p14="http://schemas.microsoft.com/office/powerpoint/2010/main" val="1630587636"/>
              </p:ext>
            </p:extLst>
          </p:nvPr>
        </p:nvGraphicFramePr>
        <p:xfrm>
          <a:off x="2290196" y="3152279"/>
          <a:ext cx="2852256" cy="3428582"/>
        </p:xfrm>
        <a:graphic>
          <a:graphicData uri="http://schemas.openxmlformats.org/drawingml/2006/table">
            <a:tbl>
              <a:tblPr>
                <a:tableStyleId>{5C22544A-7EE6-4342-B048-85BDC9FD1C3A}</a:tableStyleId>
              </a:tblPr>
              <a:tblGrid>
                <a:gridCol w="1333906">
                  <a:extLst>
                    <a:ext uri="{9D8B030D-6E8A-4147-A177-3AD203B41FA5}">
                      <a16:colId xmlns:a16="http://schemas.microsoft.com/office/drawing/2014/main" val="94789469"/>
                    </a:ext>
                  </a:extLst>
                </a:gridCol>
                <a:gridCol w="1518350">
                  <a:extLst>
                    <a:ext uri="{9D8B030D-6E8A-4147-A177-3AD203B41FA5}">
                      <a16:colId xmlns:a16="http://schemas.microsoft.com/office/drawing/2014/main" val="3494083289"/>
                    </a:ext>
                  </a:extLst>
                </a:gridCol>
              </a:tblGrid>
              <a:tr h="301864">
                <a:tc>
                  <a:txBody>
                    <a:bodyPr/>
                    <a:lstStyle/>
                    <a:p>
                      <a:pPr algn="l" fontAlgn="b">
                        <a:buNone/>
                      </a:pPr>
                      <a:r>
                        <a:rPr lang="en-IN" sz="1000" u="none" strike="noStrike" dirty="0">
                          <a:effectLst/>
                        </a:rPr>
                        <a:t>Row Labels</a:t>
                      </a:r>
                      <a:endParaRPr lang="en-IN" sz="1000" b="1" i="0" u="none" strike="noStrike" dirty="0">
                        <a:solidFill>
                          <a:srgbClr val="000000"/>
                        </a:solidFill>
                        <a:effectLst/>
                        <a:latin typeface="Calibri" panose="020F0502020204030204" pitchFamily="34" charset="0"/>
                      </a:endParaRPr>
                    </a:p>
                  </a:txBody>
                  <a:tcPr marL="7117" marR="7117" marT="7117" marB="0" anchor="b">
                    <a:solidFill>
                      <a:srgbClr val="92D050"/>
                    </a:solidFill>
                  </a:tcPr>
                </a:tc>
                <a:tc>
                  <a:txBody>
                    <a:bodyPr/>
                    <a:lstStyle/>
                    <a:p>
                      <a:pPr algn="l" fontAlgn="b">
                        <a:buNone/>
                      </a:pPr>
                      <a:r>
                        <a:rPr lang="en-IN" sz="1000" u="none" strike="noStrike" dirty="0">
                          <a:effectLst/>
                        </a:rPr>
                        <a:t>Sum of Expense (INR)</a:t>
                      </a:r>
                      <a:endParaRPr lang="en-IN" sz="1000" b="1" i="0" u="none" strike="noStrike" dirty="0">
                        <a:solidFill>
                          <a:srgbClr val="000000"/>
                        </a:solidFill>
                        <a:effectLst/>
                        <a:latin typeface="Calibri" panose="020F0502020204030204" pitchFamily="34" charset="0"/>
                      </a:endParaRPr>
                    </a:p>
                  </a:txBody>
                  <a:tcPr marL="7117" marR="7117" marT="7117" marB="0" anchor="b">
                    <a:solidFill>
                      <a:srgbClr val="92D050"/>
                    </a:solidFill>
                  </a:tcPr>
                </a:tc>
                <a:extLst>
                  <a:ext uri="{0D108BD9-81ED-4DB2-BD59-A6C34878D82A}">
                    <a16:rowId xmlns:a16="http://schemas.microsoft.com/office/drawing/2014/main" val="2945153655"/>
                  </a:ext>
                </a:extLst>
              </a:tr>
              <a:tr h="165309">
                <a:tc>
                  <a:txBody>
                    <a:bodyPr/>
                    <a:lstStyle/>
                    <a:p>
                      <a:pPr algn="l" fontAlgn="b">
                        <a:buNone/>
                      </a:pPr>
                      <a:r>
                        <a:rPr lang="en-IN" sz="1000" u="none" strike="noStrike" dirty="0">
                          <a:effectLst/>
                        </a:rPr>
                        <a:t>January</a:t>
                      </a:r>
                      <a:endParaRPr lang="en-IN" sz="1000" b="1" i="0" u="none" strike="noStrike" dirty="0">
                        <a:solidFill>
                          <a:srgbClr val="000000"/>
                        </a:solidFill>
                        <a:effectLst/>
                        <a:latin typeface="Calibri" panose="020F0502020204030204" pitchFamily="34" charset="0"/>
                      </a:endParaRPr>
                    </a:p>
                  </a:txBody>
                  <a:tcPr marL="7117" marR="7117" marT="7117" marB="0" anchor="b">
                    <a:solidFill>
                      <a:srgbClr val="BF4998"/>
                    </a:solidFill>
                  </a:tcPr>
                </a:tc>
                <a:tc>
                  <a:txBody>
                    <a:bodyPr/>
                    <a:lstStyle/>
                    <a:p>
                      <a:pPr algn="r" fontAlgn="b">
                        <a:buNone/>
                      </a:pPr>
                      <a:r>
                        <a:rPr lang="en-IN" sz="1000" u="none" strike="noStrike" dirty="0">
                          <a:effectLst/>
                        </a:rPr>
                        <a:t>7150</a:t>
                      </a:r>
                      <a:endParaRPr lang="en-IN" sz="1000" b="1" i="0" u="none" strike="noStrike" dirty="0">
                        <a:solidFill>
                          <a:srgbClr val="000000"/>
                        </a:solidFill>
                        <a:effectLst/>
                        <a:latin typeface="Calibri" panose="020F0502020204030204" pitchFamily="34" charset="0"/>
                      </a:endParaRPr>
                    </a:p>
                  </a:txBody>
                  <a:tcPr marL="7117" marR="7117" marT="7117" marB="0" anchor="b">
                    <a:solidFill>
                      <a:srgbClr val="BF4998"/>
                    </a:solidFill>
                  </a:tcPr>
                </a:tc>
                <a:extLst>
                  <a:ext uri="{0D108BD9-81ED-4DB2-BD59-A6C34878D82A}">
                    <a16:rowId xmlns:a16="http://schemas.microsoft.com/office/drawing/2014/main" val="1031489955"/>
                  </a:ext>
                </a:extLst>
              </a:tr>
              <a:tr h="153377">
                <a:tc>
                  <a:txBody>
                    <a:bodyPr/>
                    <a:lstStyle/>
                    <a:p>
                      <a:pPr algn="l" fontAlgn="b">
                        <a:buNone/>
                      </a:pPr>
                      <a:r>
                        <a:rPr lang="en-IN" sz="1000" u="none" strike="noStrike">
                          <a:effectLst/>
                        </a:rPr>
                        <a:t>Grocery</a:t>
                      </a:r>
                      <a:endParaRPr lang="en-IN" sz="1000" b="0" i="0" u="none" strike="noStrike">
                        <a:solidFill>
                          <a:srgbClr val="000000"/>
                        </a:solidFill>
                        <a:effectLst/>
                        <a:latin typeface="Calibri" panose="020F0502020204030204" pitchFamily="34" charset="0"/>
                      </a:endParaRPr>
                    </a:p>
                  </a:txBody>
                  <a:tcPr marL="85407" marR="7117" marT="7117" marB="0" anchor="b"/>
                </a:tc>
                <a:tc>
                  <a:txBody>
                    <a:bodyPr/>
                    <a:lstStyle/>
                    <a:p>
                      <a:pPr algn="r" fontAlgn="b">
                        <a:buNone/>
                      </a:pPr>
                      <a:r>
                        <a:rPr lang="en-IN" sz="1000" u="none" strike="noStrike">
                          <a:effectLst/>
                        </a:rPr>
                        <a:t>4500</a:t>
                      </a:r>
                      <a:endParaRPr lang="en-IN" sz="1000" b="0" i="0" u="none" strike="noStrike">
                        <a:solidFill>
                          <a:srgbClr val="F4B084"/>
                        </a:solidFill>
                        <a:effectLst/>
                        <a:latin typeface="Calibri" panose="020F0502020204030204" pitchFamily="34" charset="0"/>
                      </a:endParaRPr>
                    </a:p>
                  </a:txBody>
                  <a:tcPr marL="7117" marR="7117" marT="7117" marB="0" anchor="b"/>
                </a:tc>
                <a:extLst>
                  <a:ext uri="{0D108BD9-81ED-4DB2-BD59-A6C34878D82A}">
                    <a16:rowId xmlns:a16="http://schemas.microsoft.com/office/drawing/2014/main" val="1879439485"/>
                  </a:ext>
                </a:extLst>
              </a:tr>
              <a:tr h="165309">
                <a:tc>
                  <a:txBody>
                    <a:bodyPr/>
                    <a:lstStyle/>
                    <a:p>
                      <a:pPr algn="l" fontAlgn="b">
                        <a:buNone/>
                      </a:pPr>
                      <a:r>
                        <a:rPr lang="en-IN" sz="1000" u="none" strike="noStrike">
                          <a:effectLst/>
                        </a:rPr>
                        <a:t>Ticket and Bills</a:t>
                      </a:r>
                      <a:endParaRPr lang="en-IN" sz="1000" b="0" i="0" u="none" strike="noStrike">
                        <a:solidFill>
                          <a:srgbClr val="000000"/>
                        </a:solidFill>
                        <a:effectLst/>
                        <a:latin typeface="Calibri" panose="020F0502020204030204" pitchFamily="34" charset="0"/>
                      </a:endParaRPr>
                    </a:p>
                  </a:txBody>
                  <a:tcPr marL="85407" marR="7117" marT="7117" marB="0" anchor="b"/>
                </a:tc>
                <a:tc>
                  <a:txBody>
                    <a:bodyPr/>
                    <a:lstStyle/>
                    <a:p>
                      <a:pPr algn="r" fontAlgn="b">
                        <a:buNone/>
                      </a:pPr>
                      <a:r>
                        <a:rPr lang="en-IN" sz="1000" u="none" strike="noStrike">
                          <a:effectLst/>
                        </a:rPr>
                        <a:t>2650</a:t>
                      </a:r>
                      <a:endParaRPr lang="en-IN" sz="1000" b="0" i="0" u="none" strike="noStrike">
                        <a:solidFill>
                          <a:srgbClr val="0070C0"/>
                        </a:solidFill>
                        <a:effectLst/>
                        <a:latin typeface="Calibri" panose="020F0502020204030204" pitchFamily="34" charset="0"/>
                      </a:endParaRPr>
                    </a:p>
                  </a:txBody>
                  <a:tcPr marL="7117" marR="7117" marT="7117" marB="0" anchor="b"/>
                </a:tc>
                <a:extLst>
                  <a:ext uri="{0D108BD9-81ED-4DB2-BD59-A6C34878D82A}">
                    <a16:rowId xmlns:a16="http://schemas.microsoft.com/office/drawing/2014/main" val="2220301760"/>
                  </a:ext>
                </a:extLst>
              </a:tr>
              <a:tr h="165309">
                <a:tc>
                  <a:txBody>
                    <a:bodyPr/>
                    <a:lstStyle/>
                    <a:p>
                      <a:pPr algn="l" fontAlgn="b">
                        <a:buNone/>
                      </a:pPr>
                      <a:r>
                        <a:rPr lang="en-IN" sz="1000" u="none" strike="noStrike" dirty="0">
                          <a:effectLst/>
                        </a:rPr>
                        <a:t>February</a:t>
                      </a:r>
                      <a:endParaRPr lang="en-IN" sz="1000" b="1" i="0" u="none" strike="noStrike" dirty="0">
                        <a:solidFill>
                          <a:srgbClr val="000000"/>
                        </a:solidFill>
                        <a:effectLst/>
                        <a:latin typeface="Calibri" panose="020F0502020204030204" pitchFamily="34" charset="0"/>
                      </a:endParaRPr>
                    </a:p>
                  </a:txBody>
                  <a:tcPr marL="7117" marR="7117" marT="7117" marB="0" anchor="b">
                    <a:solidFill>
                      <a:srgbClr val="BF4998"/>
                    </a:solidFill>
                  </a:tcPr>
                </a:tc>
                <a:tc>
                  <a:txBody>
                    <a:bodyPr/>
                    <a:lstStyle/>
                    <a:p>
                      <a:pPr algn="r" fontAlgn="b">
                        <a:buNone/>
                      </a:pPr>
                      <a:r>
                        <a:rPr lang="en-IN" sz="1000" u="none" strike="noStrike" dirty="0">
                          <a:effectLst/>
                        </a:rPr>
                        <a:t>11800</a:t>
                      </a:r>
                      <a:endParaRPr lang="en-IN" sz="1000" b="1" i="0" u="none" strike="noStrike" dirty="0">
                        <a:solidFill>
                          <a:srgbClr val="000000"/>
                        </a:solidFill>
                        <a:effectLst/>
                        <a:latin typeface="Calibri" panose="020F0502020204030204" pitchFamily="34" charset="0"/>
                      </a:endParaRPr>
                    </a:p>
                  </a:txBody>
                  <a:tcPr marL="7117" marR="7117" marT="7117" marB="0" anchor="b">
                    <a:solidFill>
                      <a:srgbClr val="BF4998"/>
                    </a:solidFill>
                  </a:tcPr>
                </a:tc>
                <a:extLst>
                  <a:ext uri="{0D108BD9-81ED-4DB2-BD59-A6C34878D82A}">
                    <a16:rowId xmlns:a16="http://schemas.microsoft.com/office/drawing/2014/main" val="1782673587"/>
                  </a:ext>
                </a:extLst>
              </a:tr>
              <a:tr h="165309">
                <a:tc>
                  <a:txBody>
                    <a:bodyPr/>
                    <a:lstStyle/>
                    <a:p>
                      <a:pPr algn="l" fontAlgn="b">
                        <a:buNone/>
                      </a:pPr>
                      <a:r>
                        <a:rPr lang="en-IN" sz="1000" u="none" strike="noStrike">
                          <a:effectLst/>
                        </a:rPr>
                        <a:t>Entertainment</a:t>
                      </a:r>
                      <a:endParaRPr lang="en-IN" sz="1000" b="0" i="0" u="none" strike="noStrike">
                        <a:solidFill>
                          <a:srgbClr val="000000"/>
                        </a:solidFill>
                        <a:effectLst/>
                        <a:latin typeface="Calibri" panose="020F0502020204030204" pitchFamily="34" charset="0"/>
                      </a:endParaRPr>
                    </a:p>
                  </a:txBody>
                  <a:tcPr marL="85407" marR="7117" marT="7117" marB="0" anchor="b"/>
                </a:tc>
                <a:tc>
                  <a:txBody>
                    <a:bodyPr/>
                    <a:lstStyle/>
                    <a:p>
                      <a:pPr algn="r" fontAlgn="b">
                        <a:buNone/>
                      </a:pPr>
                      <a:r>
                        <a:rPr lang="en-IN" sz="1000" u="none" strike="noStrike">
                          <a:effectLst/>
                        </a:rPr>
                        <a:t>7500</a:t>
                      </a:r>
                      <a:endParaRPr lang="en-IN" sz="1000" b="0" i="0" u="none" strike="noStrike">
                        <a:solidFill>
                          <a:srgbClr val="000000"/>
                        </a:solidFill>
                        <a:effectLst/>
                        <a:latin typeface="Calibri" panose="020F0502020204030204" pitchFamily="34" charset="0"/>
                      </a:endParaRPr>
                    </a:p>
                  </a:txBody>
                  <a:tcPr marL="7117" marR="7117" marT="7117" marB="0" anchor="b"/>
                </a:tc>
                <a:extLst>
                  <a:ext uri="{0D108BD9-81ED-4DB2-BD59-A6C34878D82A}">
                    <a16:rowId xmlns:a16="http://schemas.microsoft.com/office/drawing/2014/main" val="1758845074"/>
                  </a:ext>
                </a:extLst>
              </a:tr>
              <a:tr h="165309">
                <a:tc>
                  <a:txBody>
                    <a:bodyPr/>
                    <a:lstStyle/>
                    <a:p>
                      <a:pPr algn="l" fontAlgn="b">
                        <a:buNone/>
                      </a:pPr>
                      <a:r>
                        <a:rPr lang="en-IN" sz="1000" u="none" strike="noStrike">
                          <a:effectLst/>
                        </a:rPr>
                        <a:t>Grocery</a:t>
                      </a:r>
                      <a:endParaRPr lang="en-IN" sz="1000" b="0" i="0" u="none" strike="noStrike">
                        <a:solidFill>
                          <a:srgbClr val="000000"/>
                        </a:solidFill>
                        <a:effectLst/>
                        <a:latin typeface="Calibri" panose="020F0502020204030204" pitchFamily="34" charset="0"/>
                      </a:endParaRPr>
                    </a:p>
                  </a:txBody>
                  <a:tcPr marL="85407" marR="7117" marT="7117" marB="0" anchor="b"/>
                </a:tc>
                <a:tc>
                  <a:txBody>
                    <a:bodyPr/>
                    <a:lstStyle/>
                    <a:p>
                      <a:pPr algn="r" fontAlgn="b">
                        <a:buNone/>
                      </a:pPr>
                      <a:r>
                        <a:rPr lang="en-IN" sz="1000" u="none" strike="noStrike">
                          <a:effectLst/>
                        </a:rPr>
                        <a:t>4300</a:t>
                      </a:r>
                      <a:endParaRPr lang="en-IN" sz="1000" b="0" i="0" u="none" strike="noStrike">
                        <a:solidFill>
                          <a:srgbClr val="F4B084"/>
                        </a:solidFill>
                        <a:effectLst/>
                        <a:latin typeface="Calibri" panose="020F0502020204030204" pitchFamily="34" charset="0"/>
                      </a:endParaRPr>
                    </a:p>
                  </a:txBody>
                  <a:tcPr marL="7117" marR="7117" marT="7117" marB="0" anchor="b"/>
                </a:tc>
                <a:extLst>
                  <a:ext uri="{0D108BD9-81ED-4DB2-BD59-A6C34878D82A}">
                    <a16:rowId xmlns:a16="http://schemas.microsoft.com/office/drawing/2014/main" val="504603027"/>
                  </a:ext>
                </a:extLst>
              </a:tr>
              <a:tr h="165309">
                <a:tc>
                  <a:txBody>
                    <a:bodyPr/>
                    <a:lstStyle/>
                    <a:p>
                      <a:pPr algn="l" fontAlgn="b">
                        <a:buNone/>
                      </a:pPr>
                      <a:r>
                        <a:rPr lang="en-IN" sz="1000" u="none" strike="noStrike" dirty="0">
                          <a:effectLst/>
                        </a:rPr>
                        <a:t>March</a:t>
                      </a:r>
                      <a:endParaRPr lang="en-IN" sz="1000" b="1" i="0" u="none" strike="noStrike" dirty="0">
                        <a:solidFill>
                          <a:srgbClr val="000000"/>
                        </a:solidFill>
                        <a:effectLst/>
                        <a:latin typeface="Calibri" panose="020F0502020204030204" pitchFamily="34" charset="0"/>
                      </a:endParaRPr>
                    </a:p>
                  </a:txBody>
                  <a:tcPr marL="7117" marR="7117" marT="7117" marB="0" anchor="b">
                    <a:solidFill>
                      <a:srgbClr val="BF4998"/>
                    </a:solidFill>
                  </a:tcPr>
                </a:tc>
                <a:tc>
                  <a:txBody>
                    <a:bodyPr/>
                    <a:lstStyle/>
                    <a:p>
                      <a:pPr algn="r" fontAlgn="b">
                        <a:buNone/>
                      </a:pPr>
                      <a:r>
                        <a:rPr lang="en-IN" sz="1000" u="none" strike="noStrike" dirty="0">
                          <a:effectLst/>
                        </a:rPr>
                        <a:t>8840</a:t>
                      </a:r>
                      <a:endParaRPr lang="en-IN" sz="1000" b="1" i="0" u="none" strike="noStrike" dirty="0">
                        <a:solidFill>
                          <a:srgbClr val="000000"/>
                        </a:solidFill>
                        <a:effectLst/>
                        <a:latin typeface="Calibri" panose="020F0502020204030204" pitchFamily="34" charset="0"/>
                      </a:endParaRPr>
                    </a:p>
                  </a:txBody>
                  <a:tcPr marL="7117" marR="7117" marT="7117" marB="0" anchor="b">
                    <a:solidFill>
                      <a:srgbClr val="BF4998"/>
                    </a:solidFill>
                  </a:tcPr>
                </a:tc>
                <a:extLst>
                  <a:ext uri="{0D108BD9-81ED-4DB2-BD59-A6C34878D82A}">
                    <a16:rowId xmlns:a16="http://schemas.microsoft.com/office/drawing/2014/main" val="2797174132"/>
                  </a:ext>
                </a:extLst>
              </a:tr>
              <a:tr h="165309">
                <a:tc>
                  <a:txBody>
                    <a:bodyPr/>
                    <a:lstStyle/>
                    <a:p>
                      <a:pPr algn="l" fontAlgn="b">
                        <a:buNone/>
                      </a:pPr>
                      <a:r>
                        <a:rPr lang="en-IN" sz="1000" u="none" strike="noStrike">
                          <a:effectLst/>
                        </a:rPr>
                        <a:t>Grocery</a:t>
                      </a:r>
                      <a:endParaRPr lang="en-IN" sz="1000" b="0" i="0" u="none" strike="noStrike">
                        <a:solidFill>
                          <a:srgbClr val="000000"/>
                        </a:solidFill>
                        <a:effectLst/>
                        <a:latin typeface="Calibri" panose="020F0502020204030204" pitchFamily="34" charset="0"/>
                      </a:endParaRPr>
                    </a:p>
                  </a:txBody>
                  <a:tcPr marL="85407" marR="7117" marT="7117" marB="0" anchor="b"/>
                </a:tc>
                <a:tc>
                  <a:txBody>
                    <a:bodyPr/>
                    <a:lstStyle/>
                    <a:p>
                      <a:pPr algn="r" fontAlgn="b">
                        <a:buNone/>
                      </a:pPr>
                      <a:r>
                        <a:rPr lang="en-IN" sz="1000" u="none" strike="noStrike">
                          <a:effectLst/>
                        </a:rPr>
                        <a:t>6090</a:t>
                      </a:r>
                      <a:endParaRPr lang="en-IN" sz="1000" b="0" i="0" u="none" strike="noStrike">
                        <a:solidFill>
                          <a:srgbClr val="F4B084"/>
                        </a:solidFill>
                        <a:effectLst/>
                        <a:latin typeface="Calibri" panose="020F0502020204030204" pitchFamily="34" charset="0"/>
                      </a:endParaRPr>
                    </a:p>
                  </a:txBody>
                  <a:tcPr marL="7117" marR="7117" marT="7117" marB="0" anchor="b"/>
                </a:tc>
                <a:extLst>
                  <a:ext uri="{0D108BD9-81ED-4DB2-BD59-A6C34878D82A}">
                    <a16:rowId xmlns:a16="http://schemas.microsoft.com/office/drawing/2014/main" val="2724516021"/>
                  </a:ext>
                </a:extLst>
              </a:tr>
              <a:tr h="165309">
                <a:tc>
                  <a:txBody>
                    <a:bodyPr/>
                    <a:lstStyle/>
                    <a:p>
                      <a:pPr algn="l" fontAlgn="b">
                        <a:buNone/>
                      </a:pPr>
                      <a:r>
                        <a:rPr lang="en-IN" sz="1000" u="none" strike="noStrike">
                          <a:effectLst/>
                        </a:rPr>
                        <a:t>Ticket and Bills</a:t>
                      </a:r>
                      <a:endParaRPr lang="en-IN" sz="1000" b="0" i="0" u="none" strike="noStrike">
                        <a:solidFill>
                          <a:srgbClr val="000000"/>
                        </a:solidFill>
                        <a:effectLst/>
                        <a:latin typeface="Calibri" panose="020F0502020204030204" pitchFamily="34" charset="0"/>
                      </a:endParaRPr>
                    </a:p>
                  </a:txBody>
                  <a:tcPr marL="85407" marR="7117" marT="7117" marB="0" anchor="b"/>
                </a:tc>
                <a:tc>
                  <a:txBody>
                    <a:bodyPr/>
                    <a:lstStyle/>
                    <a:p>
                      <a:pPr algn="r" fontAlgn="b">
                        <a:buNone/>
                      </a:pPr>
                      <a:r>
                        <a:rPr lang="en-IN" sz="1000" u="none" strike="noStrike">
                          <a:effectLst/>
                        </a:rPr>
                        <a:t>2750</a:t>
                      </a:r>
                      <a:endParaRPr lang="en-IN" sz="1000" b="0" i="0" u="none" strike="noStrike">
                        <a:solidFill>
                          <a:srgbClr val="0070C0"/>
                        </a:solidFill>
                        <a:effectLst/>
                        <a:latin typeface="Calibri" panose="020F0502020204030204" pitchFamily="34" charset="0"/>
                      </a:endParaRPr>
                    </a:p>
                  </a:txBody>
                  <a:tcPr marL="7117" marR="7117" marT="7117" marB="0" anchor="b"/>
                </a:tc>
                <a:extLst>
                  <a:ext uri="{0D108BD9-81ED-4DB2-BD59-A6C34878D82A}">
                    <a16:rowId xmlns:a16="http://schemas.microsoft.com/office/drawing/2014/main" val="2103776894"/>
                  </a:ext>
                </a:extLst>
              </a:tr>
              <a:tr h="165309">
                <a:tc>
                  <a:txBody>
                    <a:bodyPr/>
                    <a:lstStyle/>
                    <a:p>
                      <a:pPr algn="l" fontAlgn="b">
                        <a:buNone/>
                      </a:pPr>
                      <a:r>
                        <a:rPr lang="en-IN" sz="1000" u="none" strike="noStrike" dirty="0">
                          <a:effectLst/>
                        </a:rPr>
                        <a:t>April</a:t>
                      </a:r>
                      <a:endParaRPr lang="en-IN" sz="1000" b="1" i="0" u="none" strike="noStrike" dirty="0">
                        <a:solidFill>
                          <a:srgbClr val="000000"/>
                        </a:solidFill>
                        <a:effectLst/>
                        <a:latin typeface="Calibri" panose="020F0502020204030204" pitchFamily="34" charset="0"/>
                      </a:endParaRPr>
                    </a:p>
                  </a:txBody>
                  <a:tcPr marL="7117" marR="7117" marT="7117" marB="0" anchor="b">
                    <a:solidFill>
                      <a:srgbClr val="BF4998"/>
                    </a:solidFill>
                  </a:tcPr>
                </a:tc>
                <a:tc>
                  <a:txBody>
                    <a:bodyPr/>
                    <a:lstStyle/>
                    <a:p>
                      <a:pPr algn="r" fontAlgn="b">
                        <a:buNone/>
                      </a:pPr>
                      <a:r>
                        <a:rPr lang="en-IN" sz="1000" u="none" strike="noStrike" dirty="0">
                          <a:effectLst/>
                        </a:rPr>
                        <a:t>8960</a:t>
                      </a:r>
                      <a:endParaRPr lang="en-IN" sz="1000" b="1" i="0" u="none" strike="noStrike" dirty="0">
                        <a:solidFill>
                          <a:srgbClr val="000000"/>
                        </a:solidFill>
                        <a:effectLst/>
                        <a:latin typeface="Calibri" panose="020F0502020204030204" pitchFamily="34" charset="0"/>
                      </a:endParaRPr>
                    </a:p>
                  </a:txBody>
                  <a:tcPr marL="7117" marR="7117" marT="7117" marB="0" anchor="b">
                    <a:solidFill>
                      <a:srgbClr val="BF4998"/>
                    </a:solidFill>
                  </a:tcPr>
                </a:tc>
                <a:extLst>
                  <a:ext uri="{0D108BD9-81ED-4DB2-BD59-A6C34878D82A}">
                    <a16:rowId xmlns:a16="http://schemas.microsoft.com/office/drawing/2014/main" val="1067206861"/>
                  </a:ext>
                </a:extLst>
              </a:tr>
              <a:tr h="165309">
                <a:tc>
                  <a:txBody>
                    <a:bodyPr/>
                    <a:lstStyle/>
                    <a:p>
                      <a:pPr algn="l" fontAlgn="b">
                        <a:buNone/>
                      </a:pPr>
                      <a:r>
                        <a:rPr lang="en-IN" sz="1000" u="none" strike="noStrike">
                          <a:effectLst/>
                        </a:rPr>
                        <a:t>Grocery</a:t>
                      </a:r>
                      <a:endParaRPr lang="en-IN" sz="1000" b="0" i="0" u="none" strike="noStrike">
                        <a:solidFill>
                          <a:srgbClr val="000000"/>
                        </a:solidFill>
                        <a:effectLst/>
                        <a:latin typeface="Calibri" panose="020F0502020204030204" pitchFamily="34" charset="0"/>
                      </a:endParaRPr>
                    </a:p>
                  </a:txBody>
                  <a:tcPr marL="85407" marR="7117" marT="7117" marB="0" anchor="b"/>
                </a:tc>
                <a:tc>
                  <a:txBody>
                    <a:bodyPr/>
                    <a:lstStyle/>
                    <a:p>
                      <a:pPr algn="r" fontAlgn="b">
                        <a:buNone/>
                      </a:pPr>
                      <a:r>
                        <a:rPr lang="en-IN" sz="1000" u="none" strike="noStrike">
                          <a:effectLst/>
                        </a:rPr>
                        <a:t>5460</a:t>
                      </a:r>
                      <a:endParaRPr lang="en-IN" sz="1000" b="0" i="0" u="none" strike="noStrike">
                        <a:solidFill>
                          <a:srgbClr val="F4B084"/>
                        </a:solidFill>
                        <a:effectLst/>
                        <a:latin typeface="Calibri" panose="020F0502020204030204" pitchFamily="34" charset="0"/>
                      </a:endParaRPr>
                    </a:p>
                  </a:txBody>
                  <a:tcPr marL="7117" marR="7117" marT="7117" marB="0" anchor="b"/>
                </a:tc>
                <a:extLst>
                  <a:ext uri="{0D108BD9-81ED-4DB2-BD59-A6C34878D82A}">
                    <a16:rowId xmlns:a16="http://schemas.microsoft.com/office/drawing/2014/main" val="1452896536"/>
                  </a:ext>
                </a:extLst>
              </a:tr>
              <a:tr h="165309">
                <a:tc>
                  <a:txBody>
                    <a:bodyPr/>
                    <a:lstStyle/>
                    <a:p>
                      <a:pPr algn="l" fontAlgn="b">
                        <a:buNone/>
                      </a:pPr>
                      <a:r>
                        <a:rPr lang="en-IN" sz="1000" u="none" strike="noStrike">
                          <a:effectLst/>
                        </a:rPr>
                        <a:t>Miscellaneous</a:t>
                      </a:r>
                      <a:endParaRPr lang="en-IN" sz="1000" b="0" i="0" u="none" strike="noStrike">
                        <a:solidFill>
                          <a:srgbClr val="000000"/>
                        </a:solidFill>
                        <a:effectLst/>
                        <a:latin typeface="Calibri" panose="020F0502020204030204" pitchFamily="34" charset="0"/>
                      </a:endParaRPr>
                    </a:p>
                  </a:txBody>
                  <a:tcPr marL="85407" marR="7117" marT="7117" marB="0" anchor="b"/>
                </a:tc>
                <a:tc>
                  <a:txBody>
                    <a:bodyPr/>
                    <a:lstStyle/>
                    <a:p>
                      <a:pPr algn="r" fontAlgn="b">
                        <a:buNone/>
                      </a:pPr>
                      <a:r>
                        <a:rPr lang="en-IN" sz="1000" u="none" strike="noStrike">
                          <a:effectLst/>
                        </a:rPr>
                        <a:t>3500</a:t>
                      </a:r>
                      <a:endParaRPr lang="en-IN" sz="1000" b="0" i="0" u="none" strike="noStrike">
                        <a:solidFill>
                          <a:srgbClr val="000000"/>
                        </a:solidFill>
                        <a:effectLst/>
                        <a:latin typeface="Calibri" panose="020F0502020204030204" pitchFamily="34" charset="0"/>
                      </a:endParaRPr>
                    </a:p>
                  </a:txBody>
                  <a:tcPr marL="7117" marR="7117" marT="7117" marB="0" anchor="b"/>
                </a:tc>
                <a:extLst>
                  <a:ext uri="{0D108BD9-81ED-4DB2-BD59-A6C34878D82A}">
                    <a16:rowId xmlns:a16="http://schemas.microsoft.com/office/drawing/2014/main" val="234304183"/>
                  </a:ext>
                </a:extLst>
              </a:tr>
              <a:tr h="165309">
                <a:tc>
                  <a:txBody>
                    <a:bodyPr/>
                    <a:lstStyle/>
                    <a:p>
                      <a:pPr algn="l" fontAlgn="b">
                        <a:buNone/>
                      </a:pPr>
                      <a:r>
                        <a:rPr lang="en-IN" sz="1000" u="none" strike="noStrike" dirty="0">
                          <a:effectLst/>
                        </a:rPr>
                        <a:t>May</a:t>
                      </a:r>
                      <a:endParaRPr lang="en-IN" sz="1000" b="1" i="0" u="none" strike="noStrike" dirty="0">
                        <a:solidFill>
                          <a:srgbClr val="000000"/>
                        </a:solidFill>
                        <a:effectLst/>
                        <a:latin typeface="Calibri" panose="020F0502020204030204" pitchFamily="34" charset="0"/>
                      </a:endParaRPr>
                    </a:p>
                  </a:txBody>
                  <a:tcPr marL="7117" marR="7117" marT="7117" marB="0" anchor="b">
                    <a:solidFill>
                      <a:srgbClr val="BF4998"/>
                    </a:solidFill>
                  </a:tcPr>
                </a:tc>
                <a:tc>
                  <a:txBody>
                    <a:bodyPr/>
                    <a:lstStyle/>
                    <a:p>
                      <a:pPr algn="r" fontAlgn="b">
                        <a:buNone/>
                      </a:pPr>
                      <a:r>
                        <a:rPr lang="en-IN" sz="1000" u="none" strike="noStrike" dirty="0">
                          <a:effectLst/>
                        </a:rPr>
                        <a:t>8620</a:t>
                      </a:r>
                      <a:endParaRPr lang="en-IN" sz="1000" b="1" i="0" u="none" strike="noStrike" dirty="0">
                        <a:solidFill>
                          <a:srgbClr val="000000"/>
                        </a:solidFill>
                        <a:effectLst/>
                        <a:latin typeface="Calibri" panose="020F0502020204030204" pitchFamily="34" charset="0"/>
                      </a:endParaRPr>
                    </a:p>
                  </a:txBody>
                  <a:tcPr marL="7117" marR="7117" marT="7117" marB="0" anchor="b">
                    <a:solidFill>
                      <a:srgbClr val="BF4998"/>
                    </a:solidFill>
                  </a:tcPr>
                </a:tc>
                <a:extLst>
                  <a:ext uri="{0D108BD9-81ED-4DB2-BD59-A6C34878D82A}">
                    <a16:rowId xmlns:a16="http://schemas.microsoft.com/office/drawing/2014/main" val="1374026485"/>
                  </a:ext>
                </a:extLst>
              </a:tr>
              <a:tr h="165309">
                <a:tc>
                  <a:txBody>
                    <a:bodyPr/>
                    <a:lstStyle/>
                    <a:p>
                      <a:pPr algn="l" fontAlgn="b">
                        <a:buNone/>
                      </a:pPr>
                      <a:r>
                        <a:rPr lang="en-IN" sz="1000" u="none" strike="noStrike">
                          <a:effectLst/>
                        </a:rPr>
                        <a:t>Grocery</a:t>
                      </a:r>
                      <a:endParaRPr lang="en-IN" sz="1000" b="0" i="0" u="none" strike="noStrike">
                        <a:solidFill>
                          <a:srgbClr val="000000"/>
                        </a:solidFill>
                        <a:effectLst/>
                        <a:latin typeface="Calibri" panose="020F0502020204030204" pitchFamily="34" charset="0"/>
                      </a:endParaRPr>
                    </a:p>
                  </a:txBody>
                  <a:tcPr marL="85407" marR="7117" marT="7117" marB="0" anchor="b"/>
                </a:tc>
                <a:tc>
                  <a:txBody>
                    <a:bodyPr/>
                    <a:lstStyle/>
                    <a:p>
                      <a:pPr algn="r" fontAlgn="b">
                        <a:buNone/>
                      </a:pPr>
                      <a:r>
                        <a:rPr lang="en-IN" sz="1000" u="none" strike="noStrike">
                          <a:effectLst/>
                        </a:rPr>
                        <a:t>5950</a:t>
                      </a:r>
                      <a:endParaRPr lang="en-IN" sz="1000" b="0" i="0" u="none" strike="noStrike">
                        <a:solidFill>
                          <a:srgbClr val="F4B084"/>
                        </a:solidFill>
                        <a:effectLst/>
                        <a:latin typeface="Calibri" panose="020F0502020204030204" pitchFamily="34" charset="0"/>
                      </a:endParaRPr>
                    </a:p>
                  </a:txBody>
                  <a:tcPr marL="7117" marR="7117" marT="7117" marB="0" anchor="b"/>
                </a:tc>
                <a:extLst>
                  <a:ext uri="{0D108BD9-81ED-4DB2-BD59-A6C34878D82A}">
                    <a16:rowId xmlns:a16="http://schemas.microsoft.com/office/drawing/2014/main" val="3541949185"/>
                  </a:ext>
                </a:extLst>
              </a:tr>
              <a:tr h="165309">
                <a:tc>
                  <a:txBody>
                    <a:bodyPr/>
                    <a:lstStyle/>
                    <a:p>
                      <a:pPr algn="l" fontAlgn="b">
                        <a:buNone/>
                      </a:pPr>
                      <a:r>
                        <a:rPr lang="en-IN" sz="1000" u="none" strike="noStrike">
                          <a:effectLst/>
                        </a:rPr>
                        <a:t>Ticket and Bills</a:t>
                      </a:r>
                      <a:endParaRPr lang="en-IN" sz="1000" b="0" i="0" u="none" strike="noStrike">
                        <a:solidFill>
                          <a:srgbClr val="000000"/>
                        </a:solidFill>
                        <a:effectLst/>
                        <a:latin typeface="Calibri" panose="020F0502020204030204" pitchFamily="34" charset="0"/>
                      </a:endParaRPr>
                    </a:p>
                  </a:txBody>
                  <a:tcPr marL="85407" marR="7117" marT="7117" marB="0" anchor="b"/>
                </a:tc>
                <a:tc>
                  <a:txBody>
                    <a:bodyPr/>
                    <a:lstStyle/>
                    <a:p>
                      <a:pPr algn="r" fontAlgn="b">
                        <a:buNone/>
                      </a:pPr>
                      <a:r>
                        <a:rPr lang="en-IN" sz="1000" u="none" strike="noStrike">
                          <a:effectLst/>
                        </a:rPr>
                        <a:t>2670</a:t>
                      </a:r>
                      <a:endParaRPr lang="en-IN" sz="1000" b="0" i="0" u="none" strike="noStrike">
                        <a:solidFill>
                          <a:srgbClr val="0070C0"/>
                        </a:solidFill>
                        <a:effectLst/>
                        <a:latin typeface="Calibri" panose="020F0502020204030204" pitchFamily="34" charset="0"/>
                      </a:endParaRPr>
                    </a:p>
                  </a:txBody>
                  <a:tcPr marL="7117" marR="7117" marT="7117" marB="0" anchor="b"/>
                </a:tc>
                <a:extLst>
                  <a:ext uri="{0D108BD9-81ED-4DB2-BD59-A6C34878D82A}">
                    <a16:rowId xmlns:a16="http://schemas.microsoft.com/office/drawing/2014/main" val="1959064168"/>
                  </a:ext>
                </a:extLst>
              </a:tr>
              <a:tr h="165309">
                <a:tc>
                  <a:txBody>
                    <a:bodyPr/>
                    <a:lstStyle/>
                    <a:p>
                      <a:pPr algn="l" fontAlgn="b">
                        <a:buNone/>
                      </a:pPr>
                      <a:r>
                        <a:rPr lang="en-IN" sz="1000" u="none" strike="noStrike" dirty="0">
                          <a:effectLst/>
                        </a:rPr>
                        <a:t>June</a:t>
                      </a:r>
                      <a:endParaRPr lang="en-IN" sz="1000" b="1" i="0" u="none" strike="noStrike" dirty="0">
                        <a:solidFill>
                          <a:srgbClr val="000000"/>
                        </a:solidFill>
                        <a:effectLst/>
                        <a:latin typeface="Calibri" panose="020F0502020204030204" pitchFamily="34" charset="0"/>
                      </a:endParaRPr>
                    </a:p>
                  </a:txBody>
                  <a:tcPr marL="7117" marR="7117" marT="7117" marB="0" anchor="b">
                    <a:solidFill>
                      <a:srgbClr val="BF4998"/>
                    </a:solidFill>
                  </a:tcPr>
                </a:tc>
                <a:tc>
                  <a:txBody>
                    <a:bodyPr/>
                    <a:lstStyle/>
                    <a:p>
                      <a:pPr algn="r" fontAlgn="b">
                        <a:buNone/>
                      </a:pPr>
                      <a:r>
                        <a:rPr lang="en-IN" sz="1000" u="none" strike="noStrike" dirty="0">
                          <a:effectLst/>
                        </a:rPr>
                        <a:t>8190</a:t>
                      </a:r>
                      <a:endParaRPr lang="en-IN" sz="1000" b="1" i="0" u="none" strike="noStrike" dirty="0">
                        <a:solidFill>
                          <a:srgbClr val="000000"/>
                        </a:solidFill>
                        <a:effectLst/>
                        <a:latin typeface="Calibri" panose="020F0502020204030204" pitchFamily="34" charset="0"/>
                      </a:endParaRPr>
                    </a:p>
                  </a:txBody>
                  <a:tcPr marL="7117" marR="7117" marT="7117" marB="0" anchor="b">
                    <a:solidFill>
                      <a:srgbClr val="BF4998"/>
                    </a:solidFill>
                  </a:tcPr>
                </a:tc>
                <a:extLst>
                  <a:ext uri="{0D108BD9-81ED-4DB2-BD59-A6C34878D82A}">
                    <a16:rowId xmlns:a16="http://schemas.microsoft.com/office/drawing/2014/main" val="2562567980"/>
                  </a:ext>
                </a:extLst>
              </a:tr>
              <a:tr h="165309">
                <a:tc>
                  <a:txBody>
                    <a:bodyPr/>
                    <a:lstStyle/>
                    <a:p>
                      <a:pPr algn="l" fontAlgn="b">
                        <a:buNone/>
                      </a:pPr>
                      <a:r>
                        <a:rPr lang="en-IN" sz="1000" u="none" strike="noStrike">
                          <a:effectLst/>
                        </a:rPr>
                        <a:t>Grocery</a:t>
                      </a:r>
                      <a:endParaRPr lang="en-IN" sz="1000" b="0" i="0" u="none" strike="noStrike">
                        <a:solidFill>
                          <a:srgbClr val="000000"/>
                        </a:solidFill>
                        <a:effectLst/>
                        <a:latin typeface="Calibri" panose="020F0502020204030204" pitchFamily="34" charset="0"/>
                      </a:endParaRPr>
                    </a:p>
                  </a:txBody>
                  <a:tcPr marL="85407" marR="7117" marT="7117" marB="0" anchor="b"/>
                </a:tc>
                <a:tc>
                  <a:txBody>
                    <a:bodyPr/>
                    <a:lstStyle/>
                    <a:p>
                      <a:pPr algn="r" fontAlgn="b">
                        <a:buNone/>
                      </a:pPr>
                      <a:r>
                        <a:rPr lang="en-IN" sz="1000" u="none" strike="noStrike">
                          <a:effectLst/>
                        </a:rPr>
                        <a:t>4690</a:t>
                      </a:r>
                      <a:endParaRPr lang="en-IN" sz="1000" b="0" i="0" u="none" strike="noStrike">
                        <a:solidFill>
                          <a:srgbClr val="F4B084"/>
                        </a:solidFill>
                        <a:effectLst/>
                        <a:latin typeface="Calibri" panose="020F0502020204030204" pitchFamily="34" charset="0"/>
                      </a:endParaRPr>
                    </a:p>
                  </a:txBody>
                  <a:tcPr marL="7117" marR="7117" marT="7117" marB="0" anchor="b"/>
                </a:tc>
                <a:extLst>
                  <a:ext uri="{0D108BD9-81ED-4DB2-BD59-A6C34878D82A}">
                    <a16:rowId xmlns:a16="http://schemas.microsoft.com/office/drawing/2014/main" val="566016327"/>
                  </a:ext>
                </a:extLst>
              </a:tr>
              <a:tr h="162740">
                <a:tc>
                  <a:txBody>
                    <a:bodyPr/>
                    <a:lstStyle/>
                    <a:p>
                      <a:pPr algn="l" fontAlgn="b">
                        <a:buNone/>
                      </a:pPr>
                      <a:r>
                        <a:rPr lang="en-IN" sz="1000" u="none" strike="noStrike">
                          <a:effectLst/>
                        </a:rPr>
                        <a:t>Shopping</a:t>
                      </a:r>
                      <a:endParaRPr lang="en-IN" sz="1000" b="0" i="0" u="none" strike="noStrike">
                        <a:solidFill>
                          <a:srgbClr val="000000"/>
                        </a:solidFill>
                        <a:effectLst/>
                        <a:latin typeface="Calibri" panose="020F0502020204030204" pitchFamily="34" charset="0"/>
                      </a:endParaRPr>
                    </a:p>
                  </a:txBody>
                  <a:tcPr marL="85407" marR="7117" marT="7117" marB="0" anchor="b"/>
                </a:tc>
                <a:tc>
                  <a:txBody>
                    <a:bodyPr/>
                    <a:lstStyle/>
                    <a:p>
                      <a:pPr algn="r" fontAlgn="b">
                        <a:buNone/>
                      </a:pPr>
                      <a:r>
                        <a:rPr lang="en-IN" sz="1000" u="none" strike="noStrike" dirty="0">
                          <a:effectLst/>
                        </a:rPr>
                        <a:t>3500</a:t>
                      </a:r>
                      <a:endParaRPr lang="en-IN" sz="1000" b="0" i="0" u="none" strike="noStrike" dirty="0">
                        <a:solidFill>
                          <a:srgbClr val="000000"/>
                        </a:solidFill>
                        <a:effectLst/>
                        <a:latin typeface="Calibri" panose="020F0502020204030204" pitchFamily="34" charset="0"/>
                      </a:endParaRPr>
                    </a:p>
                  </a:txBody>
                  <a:tcPr marL="7117" marR="7117" marT="7117" marB="0" anchor="b"/>
                </a:tc>
                <a:extLst>
                  <a:ext uri="{0D108BD9-81ED-4DB2-BD59-A6C34878D82A}">
                    <a16:rowId xmlns:a16="http://schemas.microsoft.com/office/drawing/2014/main" val="644727704"/>
                  </a:ext>
                </a:extLst>
              </a:tr>
              <a:tr h="153377">
                <a:tc>
                  <a:txBody>
                    <a:bodyPr/>
                    <a:lstStyle/>
                    <a:p>
                      <a:pPr algn="l" fontAlgn="b">
                        <a:buNone/>
                      </a:pPr>
                      <a:r>
                        <a:rPr lang="en-IN" sz="1000" u="none" strike="noStrike" dirty="0">
                          <a:effectLst/>
                        </a:rPr>
                        <a:t>Grand Total</a:t>
                      </a:r>
                      <a:endParaRPr lang="en-IN" sz="1000" b="1" i="0" u="none" strike="noStrike" dirty="0">
                        <a:solidFill>
                          <a:srgbClr val="000000"/>
                        </a:solidFill>
                        <a:effectLst/>
                        <a:latin typeface="Calibri" panose="020F0502020204030204" pitchFamily="34" charset="0"/>
                      </a:endParaRPr>
                    </a:p>
                  </a:txBody>
                  <a:tcPr marL="7117" marR="7117" marT="7117" marB="0" anchor="b">
                    <a:solidFill>
                      <a:schemeClr val="accent5">
                        <a:lumMod val="40000"/>
                        <a:lumOff val="60000"/>
                      </a:schemeClr>
                    </a:solidFill>
                  </a:tcPr>
                </a:tc>
                <a:tc>
                  <a:txBody>
                    <a:bodyPr/>
                    <a:lstStyle/>
                    <a:p>
                      <a:pPr algn="r" fontAlgn="b">
                        <a:buNone/>
                      </a:pPr>
                      <a:r>
                        <a:rPr lang="en-IN" sz="1000" u="none" strike="noStrike" dirty="0">
                          <a:effectLst/>
                        </a:rPr>
                        <a:t>53560</a:t>
                      </a:r>
                      <a:endParaRPr lang="en-IN" sz="1000" b="1" i="0" u="none" strike="noStrike" dirty="0">
                        <a:solidFill>
                          <a:srgbClr val="000000"/>
                        </a:solidFill>
                        <a:effectLst/>
                        <a:latin typeface="Calibri" panose="020F0502020204030204" pitchFamily="34" charset="0"/>
                      </a:endParaRPr>
                    </a:p>
                  </a:txBody>
                  <a:tcPr marL="7117" marR="7117" marT="7117" marB="0" anchor="b">
                    <a:solidFill>
                      <a:schemeClr val="accent5">
                        <a:lumMod val="40000"/>
                        <a:lumOff val="60000"/>
                      </a:schemeClr>
                    </a:solidFill>
                  </a:tcPr>
                </a:tc>
                <a:extLst>
                  <a:ext uri="{0D108BD9-81ED-4DB2-BD59-A6C34878D82A}">
                    <a16:rowId xmlns:a16="http://schemas.microsoft.com/office/drawing/2014/main" val="3158141451"/>
                  </a:ext>
                </a:extLst>
              </a:tr>
            </a:tbl>
          </a:graphicData>
        </a:graphic>
      </p:graphicFrame>
      <p:graphicFrame>
        <p:nvGraphicFramePr>
          <p:cNvPr id="7" name="Chart 6">
            <a:extLst>
              <a:ext uri="{FF2B5EF4-FFF2-40B4-BE49-F238E27FC236}">
                <a16:creationId xmlns:a16="http://schemas.microsoft.com/office/drawing/2014/main" id="{E94918A9-584D-B1A8-0466-6C25CD46B374}"/>
              </a:ext>
            </a:extLst>
          </p:cNvPr>
          <p:cNvGraphicFramePr>
            <a:graphicFrameLocks/>
          </p:cNvGraphicFramePr>
          <p:nvPr>
            <p:extLst>
              <p:ext uri="{D42A27DB-BD31-4B8C-83A1-F6EECF244321}">
                <p14:modId xmlns:p14="http://schemas.microsoft.com/office/powerpoint/2010/main" val="2282629923"/>
              </p:ext>
            </p:extLst>
          </p:nvPr>
        </p:nvGraphicFramePr>
        <p:xfrm>
          <a:off x="5395240" y="3081673"/>
          <a:ext cx="5730240" cy="2743200"/>
        </p:xfrm>
        <a:graphic>
          <a:graphicData uri="http://schemas.openxmlformats.org/drawingml/2006/chart">
            <c:chart xmlns:c="http://schemas.openxmlformats.org/drawingml/2006/chart" xmlns:r="http://schemas.openxmlformats.org/officeDocument/2006/relationships" r:id="rId3"/>
          </a:graphicData>
        </a:graphic>
      </p:graphicFrame>
    </p:spTree>
    <p:custDataLst>
      <p:tags r:id="rId1"/>
    </p:custDataLst>
    <p:extLst>
      <p:ext uri="{BB962C8B-B14F-4D97-AF65-F5344CB8AC3E}">
        <p14:creationId xmlns:p14="http://schemas.microsoft.com/office/powerpoint/2010/main" val="949295280"/>
      </p:ext>
    </p:extLst>
  </p:cSld>
  <p:clrMapOvr>
    <a:masterClrMapping/>
  </p:clrMapOvr>
  <mc:AlternateContent xmlns:mc="http://schemas.openxmlformats.org/markup-compatibility/2006" xmlns:p14="http://schemas.microsoft.com/office/powerpoint/2010/main">
    <mc:Choice Requires="p14">
      <p:transition spd="slow" p14:dur="2000" advTm="54131"/>
    </mc:Choice>
    <mc:Fallback xmlns="">
      <p:transition spd="slow" advTm="5413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EF45F-D1A2-884E-0F98-23EBCA04C6C2}"/>
              </a:ext>
            </a:extLst>
          </p:cNvPr>
          <p:cNvSpPr>
            <a:spLocks noGrp="1"/>
          </p:cNvSpPr>
          <p:nvPr>
            <p:ph type="title"/>
          </p:nvPr>
        </p:nvSpPr>
        <p:spPr/>
        <p:txBody>
          <a:bodyPr/>
          <a:lstStyle/>
          <a:p>
            <a:r>
              <a:rPr lang="en-IN" dirty="0">
                <a:solidFill>
                  <a:schemeClr val="accent1"/>
                </a:solidFill>
              </a:rPr>
              <a:t>Part 2- Problem 4</a:t>
            </a:r>
          </a:p>
        </p:txBody>
      </p:sp>
      <p:sp>
        <p:nvSpPr>
          <p:cNvPr id="3" name="Content Placeholder 2">
            <a:extLst>
              <a:ext uri="{FF2B5EF4-FFF2-40B4-BE49-F238E27FC236}">
                <a16:creationId xmlns:a16="http://schemas.microsoft.com/office/drawing/2014/main" id="{3AC029A0-2F07-6DAA-8862-D57F75751712}"/>
              </a:ext>
            </a:extLst>
          </p:cNvPr>
          <p:cNvSpPr>
            <a:spLocks noGrp="1"/>
          </p:cNvSpPr>
          <p:nvPr>
            <p:ph idx="1"/>
          </p:nvPr>
        </p:nvSpPr>
        <p:spPr>
          <a:xfrm>
            <a:off x="1164786" y="2603500"/>
            <a:ext cx="8825659" cy="3416300"/>
          </a:xfrm>
        </p:spPr>
        <p:txBody>
          <a:bodyPr/>
          <a:lstStyle/>
          <a:p>
            <a:r>
              <a:rPr lang="en-IN" sz="1200" dirty="0">
                <a:solidFill>
                  <a:schemeClr val="tx1"/>
                </a:solidFill>
              </a:rPr>
              <a:t>How much spent in each month against different items of Entertainment, Food and Shipping categories(Pivot table). Find out which months have  the highest amount spent for movies and dining out.</a:t>
            </a:r>
          </a:p>
          <a:p>
            <a:endParaRPr lang="en-IN" dirty="0"/>
          </a:p>
        </p:txBody>
      </p:sp>
      <p:graphicFrame>
        <p:nvGraphicFramePr>
          <p:cNvPr id="4" name="Chart 3">
            <a:extLst>
              <a:ext uri="{FF2B5EF4-FFF2-40B4-BE49-F238E27FC236}">
                <a16:creationId xmlns:a16="http://schemas.microsoft.com/office/drawing/2014/main" id="{7EE6022A-0C6C-74B1-A179-41714E96A1D8}"/>
              </a:ext>
            </a:extLst>
          </p:cNvPr>
          <p:cNvGraphicFramePr>
            <a:graphicFrameLocks/>
          </p:cNvGraphicFramePr>
          <p:nvPr>
            <p:extLst>
              <p:ext uri="{D42A27DB-BD31-4B8C-83A1-F6EECF244321}">
                <p14:modId xmlns:p14="http://schemas.microsoft.com/office/powerpoint/2010/main" val="467749310"/>
              </p:ext>
            </p:extLst>
          </p:nvPr>
        </p:nvGraphicFramePr>
        <p:xfrm>
          <a:off x="6666270" y="3141132"/>
          <a:ext cx="4198989" cy="303668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Table 4">
            <a:extLst>
              <a:ext uri="{FF2B5EF4-FFF2-40B4-BE49-F238E27FC236}">
                <a16:creationId xmlns:a16="http://schemas.microsoft.com/office/drawing/2014/main" id="{33B56E8C-9B41-A061-EE47-2C6861D62D7B}"/>
              </a:ext>
            </a:extLst>
          </p:cNvPr>
          <p:cNvGraphicFramePr>
            <a:graphicFrameLocks noGrp="1"/>
          </p:cNvGraphicFramePr>
          <p:nvPr>
            <p:extLst>
              <p:ext uri="{D42A27DB-BD31-4B8C-83A1-F6EECF244321}">
                <p14:modId xmlns:p14="http://schemas.microsoft.com/office/powerpoint/2010/main" val="2971524230"/>
              </p:ext>
            </p:extLst>
          </p:nvPr>
        </p:nvGraphicFramePr>
        <p:xfrm>
          <a:off x="1612491" y="3141132"/>
          <a:ext cx="5053779" cy="3188074"/>
        </p:xfrm>
        <a:graphic>
          <a:graphicData uri="http://schemas.openxmlformats.org/drawingml/2006/table">
            <a:tbl>
              <a:tblPr>
                <a:tableStyleId>{5C22544A-7EE6-4342-B048-85BDC9FD1C3A}</a:tableStyleId>
              </a:tblPr>
              <a:tblGrid>
                <a:gridCol w="1264128">
                  <a:extLst>
                    <a:ext uri="{9D8B030D-6E8A-4147-A177-3AD203B41FA5}">
                      <a16:colId xmlns:a16="http://schemas.microsoft.com/office/drawing/2014/main" val="385440688"/>
                    </a:ext>
                  </a:extLst>
                </a:gridCol>
                <a:gridCol w="1073940">
                  <a:extLst>
                    <a:ext uri="{9D8B030D-6E8A-4147-A177-3AD203B41FA5}">
                      <a16:colId xmlns:a16="http://schemas.microsoft.com/office/drawing/2014/main" val="480852363"/>
                    </a:ext>
                  </a:extLst>
                </a:gridCol>
                <a:gridCol w="567831">
                  <a:extLst>
                    <a:ext uri="{9D8B030D-6E8A-4147-A177-3AD203B41FA5}">
                      <a16:colId xmlns:a16="http://schemas.microsoft.com/office/drawing/2014/main" val="1707068070"/>
                    </a:ext>
                  </a:extLst>
                </a:gridCol>
                <a:gridCol w="432046">
                  <a:extLst>
                    <a:ext uri="{9D8B030D-6E8A-4147-A177-3AD203B41FA5}">
                      <a16:colId xmlns:a16="http://schemas.microsoft.com/office/drawing/2014/main" val="2573873948"/>
                    </a:ext>
                  </a:extLst>
                </a:gridCol>
                <a:gridCol w="333291">
                  <a:extLst>
                    <a:ext uri="{9D8B030D-6E8A-4147-A177-3AD203B41FA5}">
                      <a16:colId xmlns:a16="http://schemas.microsoft.com/office/drawing/2014/main" val="3685134900"/>
                    </a:ext>
                  </a:extLst>
                </a:gridCol>
                <a:gridCol w="333291">
                  <a:extLst>
                    <a:ext uri="{9D8B030D-6E8A-4147-A177-3AD203B41FA5}">
                      <a16:colId xmlns:a16="http://schemas.microsoft.com/office/drawing/2014/main" val="2658725266"/>
                    </a:ext>
                  </a:extLst>
                </a:gridCol>
                <a:gridCol w="333291">
                  <a:extLst>
                    <a:ext uri="{9D8B030D-6E8A-4147-A177-3AD203B41FA5}">
                      <a16:colId xmlns:a16="http://schemas.microsoft.com/office/drawing/2014/main" val="3765153055"/>
                    </a:ext>
                  </a:extLst>
                </a:gridCol>
                <a:gridCol w="715961">
                  <a:extLst>
                    <a:ext uri="{9D8B030D-6E8A-4147-A177-3AD203B41FA5}">
                      <a16:colId xmlns:a16="http://schemas.microsoft.com/office/drawing/2014/main" val="3607620587"/>
                    </a:ext>
                  </a:extLst>
                </a:gridCol>
              </a:tblGrid>
              <a:tr h="197834">
                <a:tc>
                  <a:txBody>
                    <a:bodyPr/>
                    <a:lstStyle/>
                    <a:p>
                      <a:pPr algn="l" fontAlgn="b">
                        <a:buNone/>
                      </a:pPr>
                      <a:r>
                        <a:rPr lang="en-IN" sz="1100" u="none" strike="noStrike" dirty="0">
                          <a:effectLst/>
                        </a:rPr>
                        <a:t>Category</a:t>
                      </a:r>
                      <a:endParaRPr lang="en-IN" sz="1100" b="0" i="0" u="none" strike="noStrike" dirty="0">
                        <a:solidFill>
                          <a:srgbClr val="000000"/>
                        </a:solidFill>
                        <a:effectLst/>
                        <a:latin typeface="Calibri" panose="020F0502020204030204" pitchFamily="34" charset="0"/>
                      </a:endParaRPr>
                    </a:p>
                  </a:txBody>
                  <a:tcPr marL="7620" marR="7620" marT="7620" marB="0" anchor="b">
                    <a:solidFill>
                      <a:srgbClr val="92D050"/>
                    </a:solidFill>
                  </a:tcPr>
                </a:tc>
                <a:tc>
                  <a:txBody>
                    <a:bodyPr/>
                    <a:lstStyle/>
                    <a:p>
                      <a:pPr algn="l" fontAlgn="b">
                        <a:buNone/>
                      </a:pPr>
                      <a:r>
                        <a:rPr lang="en-IN" sz="1100" u="none" strike="noStrike" dirty="0">
                          <a:effectLst/>
                        </a:rPr>
                        <a:t>(Multiple Items)</a:t>
                      </a:r>
                      <a:endParaRPr lang="en-IN" sz="1100" b="0" i="0" u="none" strike="noStrike" dirty="0">
                        <a:solidFill>
                          <a:srgbClr val="000000"/>
                        </a:solidFill>
                        <a:effectLst/>
                        <a:latin typeface="Calibri" panose="020F0502020204030204" pitchFamily="34" charset="0"/>
                      </a:endParaRPr>
                    </a:p>
                  </a:txBody>
                  <a:tcPr marL="7620" marR="7620" marT="7620" marB="0" anchor="b">
                    <a:solidFill>
                      <a:srgbClr val="92D050"/>
                    </a:solidFill>
                  </a:tcPr>
                </a:tc>
                <a:tc>
                  <a:txBody>
                    <a:bodyPr/>
                    <a:lstStyle/>
                    <a:p>
                      <a:pPr algn="l" fontAlgn="b">
                        <a:buNone/>
                      </a:pPr>
                      <a:endParaRPr lang="en-IN" sz="1100" b="0" i="0" u="none" strike="noStrike" dirty="0">
                        <a:solidFill>
                          <a:srgbClr val="000000"/>
                        </a:solidFill>
                        <a:effectLst/>
                        <a:latin typeface="Calibri" panose="020F0502020204030204" pitchFamily="34" charset="0"/>
                      </a:endParaRPr>
                    </a:p>
                  </a:txBody>
                  <a:tcPr marL="7620" marR="7620" marT="7620" marB="0" anchor="b">
                    <a:solidFill>
                      <a:srgbClr val="92D050"/>
                    </a:solidFill>
                  </a:tcPr>
                </a:tc>
                <a:tc>
                  <a:txBody>
                    <a:bodyPr/>
                    <a:lstStyle/>
                    <a:p>
                      <a:pPr algn="l" fontAlgn="b">
                        <a:buNone/>
                      </a:pPr>
                      <a:endParaRPr lang="en-IN" sz="1100" b="0" i="0" u="none" strike="noStrike" dirty="0">
                        <a:solidFill>
                          <a:srgbClr val="000000"/>
                        </a:solidFill>
                        <a:effectLst/>
                        <a:latin typeface="Calibri" panose="020F0502020204030204" pitchFamily="34" charset="0"/>
                      </a:endParaRPr>
                    </a:p>
                  </a:txBody>
                  <a:tcPr marL="7620" marR="7620" marT="7620" marB="0" anchor="b">
                    <a:solidFill>
                      <a:srgbClr val="92D050"/>
                    </a:solidFill>
                  </a:tcPr>
                </a:tc>
                <a:tc>
                  <a:txBody>
                    <a:bodyPr/>
                    <a:lstStyle/>
                    <a:p>
                      <a:pPr algn="l" fontAlgn="b">
                        <a:buNone/>
                      </a:pPr>
                      <a:endParaRPr lang="en-IN" sz="1100" b="0" i="0" u="none" strike="noStrike" dirty="0">
                        <a:solidFill>
                          <a:srgbClr val="000000"/>
                        </a:solidFill>
                        <a:effectLst/>
                        <a:latin typeface="Calibri" panose="020F0502020204030204" pitchFamily="34" charset="0"/>
                      </a:endParaRPr>
                    </a:p>
                  </a:txBody>
                  <a:tcPr marL="7620" marR="7620" marT="7620" marB="0" anchor="b">
                    <a:solidFill>
                      <a:srgbClr val="92D050"/>
                    </a:solidFill>
                  </a:tcPr>
                </a:tc>
                <a:tc>
                  <a:txBody>
                    <a:bodyPr/>
                    <a:lstStyle/>
                    <a:p>
                      <a:pPr algn="l" fontAlgn="b">
                        <a:buNone/>
                      </a:pPr>
                      <a:endParaRPr lang="en-IN" sz="1100" b="0" i="0" u="none" strike="noStrike" dirty="0">
                        <a:solidFill>
                          <a:srgbClr val="000000"/>
                        </a:solidFill>
                        <a:effectLst/>
                        <a:latin typeface="Calibri" panose="020F0502020204030204" pitchFamily="34" charset="0"/>
                      </a:endParaRPr>
                    </a:p>
                  </a:txBody>
                  <a:tcPr marL="7620" marR="7620" marT="7620" marB="0" anchor="b">
                    <a:solidFill>
                      <a:srgbClr val="92D050"/>
                    </a:solidFill>
                  </a:tcPr>
                </a:tc>
                <a:tc>
                  <a:txBody>
                    <a:bodyPr/>
                    <a:lstStyle/>
                    <a:p>
                      <a:pPr algn="l" fontAlgn="b">
                        <a:buNone/>
                      </a:pPr>
                      <a:endParaRPr lang="en-IN" sz="1100" b="0" i="0" u="none" strike="noStrike" dirty="0">
                        <a:solidFill>
                          <a:srgbClr val="000000"/>
                        </a:solidFill>
                        <a:effectLst/>
                        <a:latin typeface="Calibri" panose="020F0502020204030204" pitchFamily="34" charset="0"/>
                      </a:endParaRPr>
                    </a:p>
                  </a:txBody>
                  <a:tcPr marL="7620" marR="7620" marT="7620" marB="0" anchor="b">
                    <a:solidFill>
                      <a:srgbClr val="92D050"/>
                    </a:solidFill>
                  </a:tcPr>
                </a:tc>
                <a:tc>
                  <a:txBody>
                    <a:bodyPr/>
                    <a:lstStyle/>
                    <a:p>
                      <a:pPr algn="l" fontAlgn="b">
                        <a:buNone/>
                      </a:pPr>
                      <a:endParaRPr lang="en-IN" sz="1100" b="0" i="0" u="none" strike="noStrike" dirty="0">
                        <a:solidFill>
                          <a:srgbClr val="000000"/>
                        </a:solidFill>
                        <a:effectLst/>
                        <a:latin typeface="Calibri" panose="020F0502020204030204" pitchFamily="34" charset="0"/>
                      </a:endParaRPr>
                    </a:p>
                  </a:txBody>
                  <a:tcPr marL="7620" marR="7620" marT="7620" marB="0" anchor="b">
                    <a:solidFill>
                      <a:srgbClr val="92D050"/>
                    </a:solidFill>
                  </a:tcPr>
                </a:tc>
                <a:extLst>
                  <a:ext uri="{0D108BD9-81ED-4DB2-BD59-A6C34878D82A}">
                    <a16:rowId xmlns:a16="http://schemas.microsoft.com/office/drawing/2014/main" val="1002775219"/>
                  </a:ext>
                </a:extLst>
              </a:tr>
              <a:tr h="196154">
                <a:tc>
                  <a:txBody>
                    <a:bodyPr/>
                    <a:lstStyle/>
                    <a:p>
                      <a:pPr algn="l" fontAlgn="b">
                        <a:buNone/>
                      </a:pPr>
                      <a:endParaRPr lang="en-IN" sz="1100" b="0" i="0" u="none" strike="noStrike" dirty="0">
                        <a:solidFill>
                          <a:srgbClr val="000000"/>
                        </a:solidFill>
                        <a:effectLst/>
                        <a:latin typeface="Calibri" panose="020F0502020204030204" pitchFamily="34" charset="0"/>
                      </a:endParaRPr>
                    </a:p>
                  </a:txBody>
                  <a:tcPr marL="7620" marR="7620" marT="7620" marB="0" anchor="b">
                    <a:solidFill>
                      <a:srgbClr val="92D050"/>
                    </a:solidFill>
                  </a:tcPr>
                </a:tc>
                <a:tc>
                  <a:txBody>
                    <a:bodyPr/>
                    <a:lstStyle/>
                    <a:p>
                      <a:pPr algn="l" fontAlgn="b">
                        <a:buNone/>
                      </a:pPr>
                      <a:endParaRPr lang="en-IN" sz="1100" b="0" i="0" u="none" strike="noStrike" dirty="0">
                        <a:solidFill>
                          <a:srgbClr val="000000"/>
                        </a:solidFill>
                        <a:effectLst/>
                        <a:latin typeface="Calibri" panose="020F0502020204030204" pitchFamily="34" charset="0"/>
                      </a:endParaRPr>
                    </a:p>
                  </a:txBody>
                  <a:tcPr marL="7620" marR="7620" marT="7620" marB="0" anchor="b">
                    <a:solidFill>
                      <a:srgbClr val="92D050"/>
                    </a:solidFill>
                  </a:tcPr>
                </a:tc>
                <a:tc>
                  <a:txBody>
                    <a:bodyPr/>
                    <a:lstStyle/>
                    <a:p>
                      <a:pPr algn="l" fontAlgn="b">
                        <a:buNone/>
                      </a:pPr>
                      <a:endParaRPr lang="en-IN" sz="1100" b="0" i="0" u="none" strike="noStrike" dirty="0">
                        <a:solidFill>
                          <a:srgbClr val="000000"/>
                        </a:solidFill>
                        <a:effectLst/>
                        <a:latin typeface="Calibri" panose="020F0502020204030204" pitchFamily="34" charset="0"/>
                      </a:endParaRPr>
                    </a:p>
                  </a:txBody>
                  <a:tcPr marL="7620" marR="7620" marT="7620" marB="0" anchor="b">
                    <a:solidFill>
                      <a:srgbClr val="92D050"/>
                    </a:solidFill>
                  </a:tcPr>
                </a:tc>
                <a:tc>
                  <a:txBody>
                    <a:bodyPr/>
                    <a:lstStyle/>
                    <a:p>
                      <a:pPr algn="l" fontAlgn="b">
                        <a:buNone/>
                      </a:pPr>
                      <a:endParaRPr lang="en-IN" sz="1100" b="0" i="0" u="none" strike="noStrike" dirty="0">
                        <a:solidFill>
                          <a:srgbClr val="000000"/>
                        </a:solidFill>
                        <a:effectLst/>
                        <a:latin typeface="Calibri" panose="020F0502020204030204" pitchFamily="34" charset="0"/>
                      </a:endParaRPr>
                    </a:p>
                  </a:txBody>
                  <a:tcPr marL="7620" marR="7620" marT="7620" marB="0" anchor="b">
                    <a:solidFill>
                      <a:srgbClr val="92D050"/>
                    </a:solidFill>
                  </a:tcPr>
                </a:tc>
                <a:tc>
                  <a:txBody>
                    <a:bodyPr/>
                    <a:lstStyle/>
                    <a:p>
                      <a:pPr algn="l" fontAlgn="b">
                        <a:buNone/>
                      </a:pPr>
                      <a:endParaRPr lang="en-IN" sz="1100" b="0" i="0" u="none" strike="noStrike" dirty="0">
                        <a:solidFill>
                          <a:srgbClr val="000000"/>
                        </a:solidFill>
                        <a:effectLst/>
                        <a:latin typeface="Calibri" panose="020F0502020204030204" pitchFamily="34" charset="0"/>
                      </a:endParaRPr>
                    </a:p>
                  </a:txBody>
                  <a:tcPr marL="7620" marR="7620" marT="7620" marB="0" anchor="b">
                    <a:solidFill>
                      <a:srgbClr val="92D050"/>
                    </a:solidFill>
                  </a:tcPr>
                </a:tc>
                <a:tc>
                  <a:txBody>
                    <a:bodyPr/>
                    <a:lstStyle/>
                    <a:p>
                      <a:pPr algn="l" fontAlgn="b">
                        <a:buNone/>
                      </a:pPr>
                      <a:endParaRPr lang="en-IN" sz="1100" b="0" i="0" u="none" strike="noStrike" dirty="0">
                        <a:solidFill>
                          <a:srgbClr val="000000"/>
                        </a:solidFill>
                        <a:effectLst/>
                        <a:latin typeface="Calibri" panose="020F0502020204030204" pitchFamily="34" charset="0"/>
                      </a:endParaRPr>
                    </a:p>
                  </a:txBody>
                  <a:tcPr marL="7620" marR="7620" marT="7620" marB="0" anchor="b">
                    <a:solidFill>
                      <a:srgbClr val="92D050"/>
                    </a:solidFill>
                  </a:tcPr>
                </a:tc>
                <a:tc>
                  <a:txBody>
                    <a:bodyPr/>
                    <a:lstStyle/>
                    <a:p>
                      <a:pPr algn="l" fontAlgn="b">
                        <a:buNone/>
                      </a:pPr>
                      <a:endParaRPr lang="en-IN" sz="1100" b="0" i="0" u="none" strike="noStrike" dirty="0">
                        <a:solidFill>
                          <a:srgbClr val="000000"/>
                        </a:solidFill>
                        <a:effectLst/>
                        <a:latin typeface="Calibri" panose="020F0502020204030204" pitchFamily="34" charset="0"/>
                      </a:endParaRPr>
                    </a:p>
                  </a:txBody>
                  <a:tcPr marL="7620" marR="7620" marT="7620" marB="0" anchor="b">
                    <a:solidFill>
                      <a:srgbClr val="92D050"/>
                    </a:solidFill>
                  </a:tcPr>
                </a:tc>
                <a:tc>
                  <a:txBody>
                    <a:bodyPr/>
                    <a:lstStyle/>
                    <a:p>
                      <a:pPr algn="l" fontAlgn="b">
                        <a:buNone/>
                      </a:pPr>
                      <a:endParaRPr lang="en-IN" sz="1100" b="0" i="0" u="none" strike="noStrike" dirty="0">
                        <a:solidFill>
                          <a:srgbClr val="000000"/>
                        </a:solidFill>
                        <a:effectLst/>
                        <a:latin typeface="Calibri" panose="020F0502020204030204" pitchFamily="34" charset="0"/>
                      </a:endParaRPr>
                    </a:p>
                  </a:txBody>
                  <a:tcPr marL="7620" marR="7620" marT="7620" marB="0" anchor="b">
                    <a:solidFill>
                      <a:srgbClr val="92D050"/>
                    </a:solidFill>
                  </a:tcPr>
                </a:tc>
                <a:extLst>
                  <a:ext uri="{0D108BD9-81ED-4DB2-BD59-A6C34878D82A}">
                    <a16:rowId xmlns:a16="http://schemas.microsoft.com/office/drawing/2014/main" val="677922349"/>
                  </a:ext>
                </a:extLst>
              </a:tr>
              <a:tr h="196154">
                <a:tc>
                  <a:txBody>
                    <a:bodyPr/>
                    <a:lstStyle/>
                    <a:p>
                      <a:pPr algn="l" fontAlgn="b">
                        <a:buNone/>
                      </a:pPr>
                      <a:r>
                        <a:rPr lang="en-IN" sz="1100" u="none" strike="noStrike" dirty="0">
                          <a:effectLst/>
                        </a:rPr>
                        <a:t>Sum of Expense (INR)</a:t>
                      </a:r>
                      <a:endParaRPr lang="en-IN" sz="1100" b="1" i="0" u="none" strike="noStrike" dirty="0">
                        <a:solidFill>
                          <a:srgbClr val="000000"/>
                        </a:solidFill>
                        <a:effectLst/>
                        <a:latin typeface="Calibri" panose="020F0502020204030204" pitchFamily="34" charset="0"/>
                      </a:endParaRPr>
                    </a:p>
                  </a:txBody>
                  <a:tcPr marL="7620" marR="7620" marT="7620" marB="0" anchor="b">
                    <a:solidFill>
                      <a:srgbClr val="BF4998"/>
                    </a:solidFill>
                  </a:tcPr>
                </a:tc>
                <a:tc>
                  <a:txBody>
                    <a:bodyPr/>
                    <a:lstStyle/>
                    <a:p>
                      <a:pPr algn="l" fontAlgn="b">
                        <a:buNone/>
                      </a:pPr>
                      <a:r>
                        <a:rPr lang="en-IN" sz="1100" u="none" strike="noStrike" dirty="0">
                          <a:effectLst/>
                        </a:rPr>
                        <a:t>Column Labels</a:t>
                      </a:r>
                      <a:endParaRPr lang="en-IN" sz="1100" b="1" i="0" u="none" strike="noStrike" dirty="0">
                        <a:solidFill>
                          <a:srgbClr val="000000"/>
                        </a:solidFill>
                        <a:effectLst/>
                        <a:latin typeface="Calibri" panose="020F0502020204030204" pitchFamily="34" charset="0"/>
                      </a:endParaRPr>
                    </a:p>
                  </a:txBody>
                  <a:tcPr marL="7620" marR="7620" marT="7620" marB="0" anchor="b">
                    <a:solidFill>
                      <a:srgbClr val="BF4998"/>
                    </a:solidFill>
                  </a:tcPr>
                </a:tc>
                <a:tc>
                  <a:txBody>
                    <a:bodyPr/>
                    <a:lstStyle/>
                    <a:p>
                      <a:pPr algn="l" fontAlgn="b">
                        <a:buNone/>
                      </a:pPr>
                      <a:endParaRPr lang="en-IN" sz="1100" b="1" i="0" u="none" strike="noStrike" dirty="0">
                        <a:solidFill>
                          <a:srgbClr val="000000"/>
                        </a:solidFill>
                        <a:effectLst/>
                        <a:latin typeface="Calibri" panose="020F0502020204030204" pitchFamily="34" charset="0"/>
                      </a:endParaRPr>
                    </a:p>
                  </a:txBody>
                  <a:tcPr marL="7620" marR="7620" marT="7620" marB="0" anchor="b">
                    <a:solidFill>
                      <a:srgbClr val="BF4998"/>
                    </a:solidFill>
                  </a:tcPr>
                </a:tc>
                <a:tc>
                  <a:txBody>
                    <a:bodyPr/>
                    <a:lstStyle/>
                    <a:p>
                      <a:pPr algn="l" fontAlgn="b">
                        <a:buNone/>
                      </a:pPr>
                      <a:endParaRPr lang="en-IN" sz="1100" b="1" i="0" u="none" strike="noStrike" dirty="0">
                        <a:solidFill>
                          <a:srgbClr val="000000"/>
                        </a:solidFill>
                        <a:effectLst/>
                        <a:latin typeface="Calibri" panose="020F0502020204030204" pitchFamily="34" charset="0"/>
                      </a:endParaRPr>
                    </a:p>
                  </a:txBody>
                  <a:tcPr marL="7620" marR="7620" marT="7620" marB="0" anchor="b">
                    <a:solidFill>
                      <a:srgbClr val="BF4998"/>
                    </a:solidFill>
                  </a:tcPr>
                </a:tc>
                <a:tc>
                  <a:txBody>
                    <a:bodyPr/>
                    <a:lstStyle/>
                    <a:p>
                      <a:pPr algn="l" fontAlgn="b">
                        <a:buNone/>
                      </a:pPr>
                      <a:endParaRPr lang="en-IN" sz="1100" b="1" i="0" u="none" strike="noStrike" dirty="0">
                        <a:solidFill>
                          <a:srgbClr val="000000"/>
                        </a:solidFill>
                        <a:effectLst/>
                        <a:latin typeface="Calibri" panose="020F0502020204030204" pitchFamily="34" charset="0"/>
                      </a:endParaRPr>
                    </a:p>
                  </a:txBody>
                  <a:tcPr marL="7620" marR="7620" marT="7620" marB="0" anchor="b">
                    <a:solidFill>
                      <a:srgbClr val="BF4998"/>
                    </a:solidFill>
                  </a:tcPr>
                </a:tc>
                <a:tc>
                  <a:txBody>
                    <a:bodyPr/>
                    <a:lstStyle/>
                    <a:p>
                      <a:pPr algn="l" fontAlgn="b">
                        <a:buNone/>
                      </a:pPr>
                      <a:endParaRPr lang="en-IN" sz="1100" b="1" i="0" u="none" strike="noStrike" dirty="0">
                        <a:solidFill>
                          <a:srgbClr val="000000"/>
                        </a:solidFill>
                        <a:effectLst/>
                        <a:latin typeface="Calibri" panose="020F0502020204030204" pitchFamily="34" charset="0"/>
                      </a:endParaRPr>
                    </a:p>
                  </a:txBody>
                  <a:tcPr marL="7620" marR="7620" marT="7620" marB="0" anchor="b">
                    <a:solidFill>
                      <a:srgbClr val="BF4998"/>
                    </a:solidFill>
                  </a:tcPr>
                </a:tc>
                <a:tc>
                  <a:txBody>
                    <a:bodyPr/>
                    <a:lstStyle/>
                    <a:p>
                      <a:pPr algn="l" fontAlgn="b">
                        <a:buNone/>
                      </a:pPr>
                      <a:endParaRPr lang="en-IN" sz="1100" b="1" i="0" u="none" strike="noStrike" dirty="0">
                        <a:solidFill>
                          <a:srgbClr val="000000"/>
                        </a:solidFill>
                        <a:effectLst/>
                        <a:latin typeface="Calibri" panose="020F0502020204030204" pitchFamily="34" charset="0"/>
                      </a:endParaRPr>
                    </a:p>
                  </a:txBody>
                  <a:tcPr marL="7620" marR="7620" marT="7620" marB="0" anchor="b">
                    <a:solidFill>
                      <a:srgbClr val="BF4998"/>
                    </a:solidFill>
                  </a:tcPr>
                </a:tc>
                <a:tc>
                  <a:txBody>
                    <a:bodyPr/>
                    <a:lstStyle/>
                    <a:p>
                      <a:pPr algn="l" fontAlgn="b">
                        <a:buNone/>
                      </a:pPr>
                      <a:endParaRPr lang="en-IN" sz="1100" b="1" i="0" u="none" strike="noStrike" dirty="0">
                        <a:solidFill>
                          <a:srgbClr val="000000"/>
                        </a:solidFill>
                        <a:effectLst/>
                        <a:latin typeface="Calibri" panose="020F0502020204030204" pitchFamily="34" charset="0"/>
                      </a:endParaRPr>
                    </a:p>
                  </a:txBody>
                  <a:tcPr marL="7620" marR="7620" marT="7620" marB="0" anchor="b">
                    <a:solidFill>
                      <a:srgbClr val="BF4998"/>
                    </a:solidFill>
                  </a:tcPr>
                </a:tc>
                <a:extLst>
                  <a:ext uri="{0D108BD9-81ED-4DB2-BD59-A6C34878D82A}">
                    <a16:rowId xmlns:a16="http://schemas.microsoft.com/office/drawing/2014/main" val="1560132372"/>
                  </a:ext>
                </a:extLst>
              </a:tr>
              <a:tr h="196154">
                <a:tc>
                  <a:txBody>
                    <a:bodyPr/>
                    <a:lstStyle/>
                    <a:p>
                      <a:pPr algn="l" fontAlgn="b">
                        <a:buNone/>
                      </a:pPr>
                      <a:r>
                        <a:rPr lang="en-IN" sz="1100" u="none" strike="noStrike">
                          <a:effectLst/>
                        </a:rPr>
                        <a:t>Row Labels</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IN" sz="1100" u="none" strike="noStrike">
                          <a:effectLst/>
                        </a:rPr>
                        <a:t>January</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IN" sz="1100" u="none" strike="noStrike">
                          <a:effectLst/>
                        </a:rPr>
                        <a:t>February</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IN" sz="1100" u="none" strike="noStrike">
                          <a:effectLst/>
                        </a:rPr>
                        <a:t>March</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IN" sz="1100" u="none" strike="noStrike">
                          <a:effectLst/>
                        </a:rPr>
                        <a:t>April</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IN" sz="1100" u="none" strike="noStrike">
                          <a:effectLst/>
                        </a:rPr>
                        <a:t>May</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IN" sz="1100" u="none" strike="noStrike">
                          <a:effectLst/>
                        </a:rPr>
                        <a:t>June</a:t>
                      </a:r>
                      <a:endParaRPr lang="en-IN" sz="1100" b="1"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IN" sz="1100" u="none" strike="noStrike">
                          <a:effectLst/>
                        </a:rPr>
                        <a:t>Grand Total</a:t>
                      </a:r>
                      <a:endParaRPr lang="en-IN" sz="1100" b="1"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251870077"/>
                  </a:ext>
                </a:extLst>
              </a:tr>
              <a:tr h="196154">
                <a:tc>
                  <a:txBody>
                    <a:bodyPr/>
                    <a:lstStyle/>
                    <a:p>
                      <a:pPr algn="l" fontAlgn="b">
                        <a:buNone/>
                      </a:pPr>
                      <a:r>
                        <a:rPr lang="en-IN" sz="1100" u="none" strike="noStrike">
                          <a:effectLst/>
                        </a:rPr>
                        <a:t>Chips and fries</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IN" sz="1100" u="none" strike="noStrike">
                          <a:effectLst/>
                        </a:rPr>
                        <a:t>260</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IN" sz="1100" u="none" strike="noStrike">
                          <a:effectLst/>
                        </a:rPr>
                        <a:t>250</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IN" sz="1100" u="none" strike="noStrike">
                          <a:effectLst/>
                        </a:rPr>
                        <a:t>510</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216488673"/>
                  </a:ext>
                </a:extLst>
              </a:tr>
              <a:tr h="196154">
                <a:tc>
                  <a:txBody>
                    <a:bodyPr/>
                    <a:lstStyle/>
                    <a:p>
                      <a:pPr algn="l" fontAlgn="b">
                        <a:buNone/>
                      </a:pPr>
                      <a:r>
                        <a:rPr lang="en-IN" sz="1100" u="none" strike="noStrike" dirty="0">
                          <a:effectLst/>
                        </a:rPr>
                        <a:t>Dining out</a:t>
                      </a:r>
                      <a:endParaRPr lang="en-IN" sz="1100" b="0" i="0" u="none" strike="noStrike" dirty="0">
                        <a:solidFill>
                          <a:srgbClr val="000000"/>
                        </a:solidFill>
                        <a:effectLst/>
                        <a:latin typeface="Calibri" panose="020F0502020204030204" pitchFamily="34" charset="0"/>
                      </a:endParaRPr>
                    </a:p>
                  </a:txBody>
                  <a:tcPr marL="7620" marR="7620" marT="7620" marB="0" anchor="b">
                    <a:solidFill>
                      <a:srgbClr val="00B0F0"/>
                    </a:solidFill>
                  </a:tcPr>
                </a:tc>
                <a:tc>
                  <a:txBody>
                    <a:bodyPr/>
                    <a:lstStyle/>
                    <a:p>
                      <a:pPr algn="r" fontAlgn="b">
                        <a:buNone/>
                      </a:pPr>
                      <a:r>
                        <a:rPr lang="en-IN" sz="1100" u="none" strike="noStrike" dirty="0">
                          <a:effectLst/>
                          <a:highlight>
                            <a:srgbClr val="FFFF00"/>
                          </a:highlight>
                        </a:rPr>
                        <a:t>1000</a:t>
                      </a:r>
                      <a:endParaRPr lang="en-IN" sz="1100" b="0" i="0" u="none" strike="noStrike" dirty="0">
                        <a:solidFill>
                          <a:srgbClr val="000000"/>
                        </a:solidFill>
                        <a:effectLst/>
                        <a:highlight>
                          <a:srgbClr val="FFFF00"/>
                        </a:highlight>
                        <a:latin typeface="Calibri" panose="020F0502020204030204" pitchFamily="34" charset="0"/>
                      </a:endParaRPr>
                    </a:p>
                  </a:txBody>
                  <a:tcPr marL="7620" marR="7620" marT="7620" marB="0" anchor="b">
                    <a:solidFill>
                      <a:srgbClr val="00B0F0"/>
                    </a:solidFill>
                  </a:tcPr>
                </a:tc>
                <a:tc>
                  <a:txBody>
                    <a:bodyPr/>
                    <a:lstStyle/>
                    <a:p>
                      <a:pPr algn="l" fontAlgn="b">
                        <a:buNone/>
                      </a:pPr>
                      <a:r>
                        <a:rPr lang="en-IN" sz="1100" u="none" strike="noStrike">
                          <a:effectLst/>
                        </a:rPr>
                        <a:t> </a:t>
                      </a:r>
                      <a:endParaRPr lang="en-IN" sz="1100" b="0" i="0" u="none" strike="noStrike">
                        <a:solidFill>
                          <a:srgbClr val="000000"/>
                        </a:solidFill>
                        <a:effectLst/>
                        <a:latin typeface="Calibri" panose="020F0502020204030204" pitchFamily="34" charset="0"/>
                      </a:endParaRPr>
                    </a:p>
                  </a:txBody>
                  <a:tcPr marL="7620" marR="7620" marT="7620" marB="0" anchor="b">
                    <a:solidFill>
                      <a:srgbClr val="00B0F0"/>
                    </a:solidFill>
                  </a:tcPr>
                </a:tc>
                <a:tc>
                  <a:txBody>
                    <a:bodyPr/>
                    <a:lstStyle/>
                    <a:p>
                      <a:pPr algn="r" fontAlgn="b">
                        <a:buNone/>
                      </a:pPr>
                      <a:r>
                        <a:rPr lang="en-IN" sz="1100" u="none" strike="noStrike">
                          <a:effectLst/>
                        </a:rPr>
                        <a:t>800</a:t>
                      </a:r>
                      <a:endParaRPr lang="en-IN" sz="1100" b="0" i="0" u="none" strike="noStrike">
                        <a:solidFill>
                          <a:srgbClr val="000000"/>
                        </a:solidFill>
                        <a:effectLst/>
                        <a:latin typeface="Calibri" panose="020F0502020204030204" pitchFamily="34" charset="0"/>
                      </a:endParaRPr>
                    </a:p>
                  </a:txBody>
                  <a:tcPr marL="7620" marR="7620" marT="7620" marB="0" anchor="b">
                    <a:solidFill>
                      <a:srgbClr val="00B0F0"/>
                    </a:solidFill>
                  </a:tcPr>
                </a:tc>
                <a:tc>
                  <a:txBody>
                    <a:bodyPr/>
                    <a:lstStyle/>
                    <a:p>
                      <a:pPr algn="r" fontAlgn="b">
                        <a:buNone/>
                      </a:pPr>
                      <a:r>
                        <a:rPr lang="en-IN" sz="1100" u="none" strike="noStrike">
                          <a:effectLst/>
                        </a:rPr>
                        <a:t>850</a:t>
                      </a:r>
                      <a:endParaRPr lang="en-IN" sz="1100" b="0" i="0" u="none" strike="noStrike">
                        <a:solidFill>
                          <a:srgbClr val="000000"/>
                        </a:solidFill>
                        <a:effectLst/>
                        <a:latin typeface="Calibri" panose="020F0502020204030204" pitchFamily="34" charset="0"/>
                      </a:endParaRPr>
                    </a:p>
                  </a:txBody>
                  <a:tcPr marL="7620" marR="7620" marT="7620" marB="0" anchor="b">
                    <a:solidFill>
                      <a:srgbClr val="00B0F0"/>
                    </a:solidFill>
                  </a:tcPr>
                </a:tc>
                <a:tc>
                  <a:txBody>
                    <a:bodyPr/>
                    <a:lstStyle/>
                    <a:p>
                      <a:pPr algn="l" fontAlgn="b">
                        <a:buNone/>
                      </a:pPr>
                      <a:r>
                        <a:rPr lang="en-IN" sz="1100" u="none" strike="noStrike">
                          <a:effectLst/>
                        </a:rPr>
                        <a:t> </a:t>
                      </a:r>
                      <a:endParaRPr lang="en-IN" sz="1100" b="0" i="0" u="none" strike="noStrike">
                        <a:solidFill>
                          <a:srgbClr val="000000"/>
                        </a:solidFill>
                        <a:effectLst/>
                        <a:latin typeface="Calibri" panose="020F0502020204030204" pitchFamily="34" charset="0"/>
                      </a:endParaRPr>
                    </a:p>
                  </a:txBody>
                  <a:tcPr marL="7620" marR="7620" marT="7620" marB="0" anchor="b">
                    <a:solidFill>
                      <a:srgbClr val="00B0F0"/>
                    </a:solidFill>
                  </a:tcPr>
                </a:tc>
                <a:tc>
                  <a:txBody>
                    <a:bodyPr/>
                    <a:lstStyle/>
                    <a:p>
                      <a:pPr algn="l" fontAlgn="b">
                        <a:buNone/>
                      </a:pPr>
                      <a:r>
                        <a:rPr lang="en-IN" sz="1100" u="none" strike="noStrike">
                          <a:effectLst/>
                        </a:rPr>
                        <a:t> </a:t>
                      </a:r>
                      <a:endParaRPr lang="en-IN" sz="1100" b="0" i="0" u="none" strike="noStrike">
                        <a:solidFill>
                          <a:srgbClr val="000000"/>
                        </a:solidFill>
                        <a:effectLst/>
                        <a:latin typeface="Calibri" panose="020F0502020204030204" pitchFamily="34" charset="0"/>
                      </a:endParaRPr>
                    </a:p>
                  </a:txBody>
                  <a:tcPr marL="7620" marR="7620" marT="7620" marB="0" anchor="b">
                    <a:solidFill>
                      <a:srgbClr val="00B0F0"/>
                    </a:solidFill>
                  </a:tcPr>
                </a:tc>
                <a:tc>
                  <a:txBody>
                    <a:bodyPr/>
                    <a:lstStyle/>
                    <a:p>
                      <a:pPr algn="r" fontAlgn="b">
                        <a:buNone/>
                      </a:pPr>
                      <a:r>
                        <a:rPr lang="en-IN" sz="1100" u="none" strike="noStrike">
                          <a:effectLst/>
                        </a:rPr>
                        <a:t>2650</a:t>
                      </a:r>
                      <a:endParaRPr lang="en-IN" sz="1100" b="0" i="0" u="none" strike="noStrike">
                        <a:solidFill>
                          <a:srgbClr val="000000"/>
                        </a:solidFill>
                        <a:effectLst/>
                        <a:latin typeface="Calibri" panose="020F0502020204030204" pitchFamily="34" charset="0"/>
                      </a:endParaRPr>
                    </a:p>
                  </a:txBody>
                  <a:tcPr marL="7620" marR="7620" marT="7620" marB="0" anchor="b">
                    <a:solidFill>
                      <a:srgbClr val="00B0F0"/>
                    </a:solidFill>
                  </a:tcPr>
                </a:tc>
                <a:extLst>
                  <a:ext uri="{0D108BD9-81ED-4DB2-BD59-A6C34878D82A}">
                    <a16:rowId xmlns:a16="http://schemas.microsoft.com/office/drawing/2014/main" val="4280290971"/>
                  </a:ext>
                </a:extLst>
              </a:tr>
              <a:tr h="196154">
                <a:tc>
                  <a:txBody>
                    <a:bodyPr/>
                    <a:lstStyle/>
                    <a:p>
                      <a:pPr algn="l" fontAlgn="b">
                        <a:buNone/>
                      </a:pPr>
                      <a:r>
                        <a:rPr lang="en-IN" sz="1100" u="none" strike="noStrike" dirty="0">
                          <a:effectLst/>
                        </a:rPr>
                        <a:t>Movie</a:t>
                      </a:r>
                      <a:endParaRPr lang="en-IN" sz="1100" b="0" i="0" u="none" strike="noStrike" dirty="0">
                        <a:solidFill>
                          <a:srgbClr val="000000"/>
                        </a:solidFill>
                        <a:effectLst/>
                        <a:latin typeface="Calibri" panose="020F0502020204030204" pitchFamily="34" charset="0"/>
                      </a:endParaRPr>
                    </a:p>
                  </a:txBody>
                  <a:tcPr marL="7620" marR="7620" marT="7620" marB="0" anchor="b">
                    <a:solidFill>
                      <a:srgbClr val="00B0F0"/>
                    </a:solidFill>
                  </a:tcPr>
                </a:tc>
                <a:tc>
                  <a:txBody>
                    <a:bodyPr/>
                    <a:lstStyle/>
                    <a:p>
                      <a:pPr algn="r" fontAlgn="b">
                        <a:buNone/>
                      </a:pPr>
                      <a:r>
                        <a:rPr lang="en-IN" sz="1100" u="none" strike="noStrike" dirty="0">
                          <a:effectLst/>
                        </a:rPr>
                        <a:t>250</a:t>
                      </a:r>
                      <a:endParaRPr lang="en-IN" sz="1100" b="0" i="0" u="none" strike="noStrike" dirty="0">
                        <a:solidFill>
                          <a:srgbClr val="000000"/>
                        </a:solidFill>
                        <a:effectLst/>
                        <a:latin typeface="Calibri" panose="020F0502020204030204" pitchFamily="34" charset="0"/>
                      </a:endParaRPr>
                    </a:p>
                  </a:txBody>
                  <a:tcPr marL="7620" marR="7620" marT="7620" marB="0" anchor="b">
                    <a:solidFill>
                      <a:srgbClr val="00B0F0"/>
                    </a:solidFill>
                  </a:tcPr>
                </a:tc>
                <a:tc>
                  <a:txBody>
                    <a:bodyPr/>
                    <a:lstStyle/>
                    <a:p>
                      <a:pPr algn="l" fontAlgn="b">
                        <a:buNone/>
                      </a:pPr>
                      <a:r>
                        <a:rPr lang="en-IN" sz="1100" u="none" strike="noStrike" dirty="0">
                          <a:effectLst/>
                        </a:rPr>
                        <a:t> </a:t>
                      </a:r>
                      <a:endParaRPr lang="en-IN" sz="1100" b="0" i="0" u="none" strike="noStrike" dirty="0">
                        <a:solidFill>
                          <a:srgbClr val="000000"/>
                        </a:solidFill>
                        <a:effectLst/>
                        <a:latin typeface="Calibri" panose="020F0502020204030204" pitchFamily="34" charset="0"/>
                      </a:endParaRPr>
                    </a:p>
                  </a:txBody>
                  <a:tcPr marL="7620" marR="7620" marT="7620" marB="0" anchor="b">
                    <a:solidFill>
                      <a:srgbClr val="00B0F0"/>
                    </a:solidFill>
                  </a:tcPr>
                </a:tc>
                <a:tc>
                  <a:txBody>
                    <a:bodyPr/>
                    <a:lstStyle/>
                    <a:p>
                      <a:pPr algn="r" fontAlgn="b">
                        <a:buNone/>
                      </a:pPr>
                      <a:r>
                        <a:rPr lang="en-IN" sz="1100" u="none" strike="noStrike" dirty="0">
                          <a:effectLst/>
                        </a:rPr>
                        <a:t>500</a:t>
                      </a:r>
                      <a:endParaRPr lang="en-IN" sz="1100" b="0" i="0" u="none" strike="noStrike" dirty="0">
                        <a:solidFill>
                          <a:srgbClr val="000000"/>
                        </a:solidFill>
                        <a:effectLst/>
                        <a:latin typeface="Calibri" panose="020F0502020204030204" pitchFamily="34" charset="0"/>
                      </a:endParaRPr>
                    </a:p>
                  </a:txBody>
                  <a:tcPr marL="7620" marR="7620" marT="7620" marB="0" anchor="b">
                    <a:solidFill>
                      <a:srgbClr val="00B0F0"/>
                    </a:solidFill>
                  </a:tcPr>
                </a:tc>
                <a:tc>
                  <a:txBody>
                    <a:bodyPr/>
                    <a:lstStyle/>
                    <a:p>
                      <a:pPr algn="r" fontAlgn="b">
                        <a:buNone/>
                      </a:pPr>
                      <a:r>
                        <a:rPr lang="en-IN" sz="1100" u="none" strike="noStrike" dirty="0">
                          <a:effectLst/>
                        </a:rPr>
                        <a:t>250</a:t>
                      </a:r>
                      <a:endParaRPr lang="en-IN" sz="1100" b="0" i="0" u="none" strike="noStrike" dirty="0">
                        <a:solidFill>
                          <a:srgbClr val="000000"/>
                        </a:solidFill>
                        <a:effectLst/>
                        <a:latin typeface="Calibri" panose="020F0502020204030204" pitchFamily="34" charset="0"/>
                      </a:endParaRPr>
                    </a:p>
                  </a:txBody>
                  <a:tcPr marL="7620" marR="7620" marT="7620" marB="0" anchor="b">
                    <a:solidFill>
                      <a:srgbClr val="00B0F0"/>
                    </a:solidFill>
                  </a:tcPr>
                </a:tc>
                <a:tc>
                  <a:txBody>
                    <a:bodyPr/>
                    <a:lstStyle/>
                    <a:p>
                      <a:pPr algn="r" fontAlgn="b">
                        <a:buNone/>
                      </a:pPr>
                      <a:r>
                        <a:rPr lang="en-IN" sz="1100" u="none" strike="noStrike" dirty="0">
                          <a:effectLst/>
                        </a:rPr>
                        <a:t>500</a:t>
                      </a:r>
                      <a:endParaRPr lang="en-IN" sz="1100" b="0" i="0" u="none" strike="noStrike" dirty="0">
                        <a:solidFill>
                          <a:srgbClr val="000000"/>
                        </a:solidFill>
                        <a:effectLst/>
                        <a:latin typeface="Calibri" panose="020F0502020204030204" pitchFamily="34" charset="0"/>
                      </a:endParaRPr>
                    </a:p>
                  </a:txBody>
                  <a:tcPr marL="7620" marR="7620" marT="7620" marB="0" anchor="b">
                    <a:solidFill>
                      <a:srgbClr val="00B0F0"/>
                    </a:solidFill>
                  </a:tcPr>
                </a:tc>
                <a:tc>
                  <a:txBody>
                    <a:bodyPr/>
                    <a:lstStyle/>
                    <a:p>
                      <a:pPr algn="r" fontAlgn="b">
                        <a:buNone/>
                      </a:pPr>
                      <a:r>
                        <a:rPr lang="en-IN" sz="1100" u="none" strike="noStrike" dirty="0">
                          <a:effectLst/>
                        </a:rPr>
                        <a:t>1000</a:t>
                      </a:r>
                      <a:endParaRPr lang="en-IN" sz="1100" b="0" i="0" u="none" strike="noStrike" dirty="0">
                        <a:solidFill>
                          <a:srgbClr val="000000"/>
                        </a:solidFill>
                        <a:effectLst/>
                        <a:latin typeface="Calibri" panose="020F0502020204030204" pitchFamily="34" charset="0"/>
                      </a:endParaRPr>
                    </a:p>
                  </a:txBody>
                  <a:tcPr marL="7620" marR="7620" marT="7620" marB="0" anchor="b">
                    <a:solidFill>
                      <a:srgbClr val="FF0000"/>
                    </a:solidFill>
                  </a:tcPr>
                </a:tc>
                <a:tc>
                  <a:txBody>
                    <a:bodyPr/>
                    <a:lstStyle/>
                    <a:p>
                      <a:pPr algn="r" fontAlgn="b">
                        <a:buNone/>
                      </a:pPr>
                      <a:r>
                        <a:rPr lang="en-IN" sz="1100" u="none" strike="noStrike" dirty="0">
                          <a:effectLst/>
                        </a:rPr>
                        <a:t>2500</a:t>
                      </a:r>
                      <a:endParaRPr lang="en-IN" sz="1100" b="0" i="0" u="none" strike="noStrike" dirty="0">
                        <a:solidFill>
                          <a:srgbClr val="000000"/>
                        </a:solidFill>
                        <a:effectLst/>
                        <a:latin typeface="Calibri" panose="020F0502020204030204" pitchFamily="34" charset="0"/>
                      </a:endParaRPr>
                    </a:p>
                  </a:txBody>
                  <a:tcPr marL="7620" marR="7620" marT="7620" marB="0" anchor="b">
                    <a:solidFill>
                      <a:srgbClr val="00B0F0"/>
                    </a:solidFill>
                  </a:tcPr>
                </a:tc>
                <a:extLst>
                  <a:ext uri="{0D108BD9-81ED-4DB2-BD59-A6C34878D82A}">
                    <a16:rowId xmlns:a16="http://schemas.microsoft.com/office/drawing/2014/main" val="20769578"/>
                  </a:ext>
                </a:extLst>
              </a:tr>
              <a:tr h="196154">
                <a:tc>
                  <a:txBody>
                    <a:bodyPr/>
                    <a:lstStyle/>
                    <a:p>
                      <a:pPr algn="l" fontAlgn="b">
                        <a:buNone/>
                      </a:pPr>
                      <a:r>
                        <a:rPr lang="en-IN" sz="1100" u="none" strike="noStrike" dirty="0">
                          <a:effectLst/>
                        </a:rPr>
                        <a:t>North Bengal Trip</a:t>
                      </a:r>
                      <a:endParaRPr lang="en-IN"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buNone/>
                      </a:pPr>
                      <a:endParaRPr lang="en-IN"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IN" sz="1100" u="none" strike="noStrike">
                          <a:effectLst/>
                        </a:rPr>
                        <a:t>7500</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endParaRPr lang="en-IN"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buNone/>
                      </a:pPr>
                      <a:endParaRPr lang="en-IN"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buNone/>
                      </a:pP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IN" sz="1100" u="none" strike="noStrike">
                          <a:effectLst/>
                        </a:rPr>
                        <a:t>7500</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679238919"/>
                  </a:ext>
                </a:extLst>
              </a:tr>
              <a:tr h="196154">
                <a:tc>
                  <a:txBody>
                    <a:bodyPr/>
                    <a:lstStyle/>
                    <a:p>
                      <a:pPr algn="l" fontAlgn="b">
                        <a:buNone/>
                      </a:pPr>
                      <a:r>
                        <a:rPr lang="en-IN" sz="1100" u="none" strike="noStrike">
                          <a:effectLst/>
                        </a:rPr>
                        <a:t>Online Food order</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IN" sz="1100" u="none" strike="noStrike">
                          <a:effectLst/>
                        </a:rPr>
                        <a:t>640</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IN" sz="1100" u="none" strike="noStrike">
                          <a:effectLst/>
                        </a:rPr>
                        <a:t>540</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IN" sz="1100" u="none" strike="noStrike">
                          <a:effectLst/>
                        </a:rPr>
                        <a:t>600</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IN" sz="1100" u="none" strike="noStrike">
                          <a:effectLst/>
                        </a:rPr>
                        <a:t>1780</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859724482"/>
                  </a:ext>
                </a:extLst>
              </a:tr>
              <a:tr h="196154">
                <a:tc>
                  <a:txBody>
                    <a:bodyPr/>
                    <a:lstStyle/>
                    <a:p>
                      <a:pPr algn="l" fontAlgn="b">
                        <a:buNone/>
                      </a:pPr>
                      <a:r>
                        <a:rPr lang="en-IN" sz="1100" u="none" strike="noStrike">
                          <a:effectLst/>
                        </a:rPr>
                        <a:t>Outing with friends</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IN" sz="1100" u="none" strike="noStrike">
                          <a:effectLst/>
                        </a:rPr>
                        <a:t>1000</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IN" sz="1100" u="none" strike="noStrike">
                          <a:effectLst/>
                        </a:rPr>
                        <a:t>1000</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IN" sz="1100" u="none" strike="noStrike">
                          <a:effectLst/>
                        </a:rPr>
                        <a:t>2000</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272181522"/>
                  </a:ext>
                </a:extLst>
              </a:tr>
              <a:tr h="196154">
                <a:tc>
                  <a:txBody>
                    <a:bodyPr/>
                    <a:lstStyle/>
                    <a:p>
                      <a:pPr algn="l" fontAlgn="b">
                        <a:buNone/>
                      </a:pPr>
                      <a:r>
                        <a:rPr lang="en-IN" sz="1100" u="none" strike="noStrike">
                          <a:effectLst/>
                        </a:rPr>
                        <a:t>Shirts</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IN" sz="1100" u="none" strike="noStrike">
                          <a:effectLst/>
                        </a:rPr>
                        <a:t>2000</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IN" sz="1100" u="none" strike="noStrike">
                          <a:effectLst/>
                        </a:rPr>
                        <a:t>1500</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IN" sz="1100" u="none" strike="noStrike">
                          <a:effectLst/>
                        </a:rPr>
                        <a:t>3500</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536792638"/>
                  </a:ext>
                </a:extLst>
              </a:tr>
              <a:tr h="196154">
                <a:tc>
                  <a:txBody>
                    <a:bodyPr/>
                    <a:lstStyle/>
                    <a:p>
                      <a:pPr algn="l" fontAlgn="b">
                        <a:buNone/>
                      </a:pPr>
                      <a:r>
                        <a:rPr lang="en-IN" sz="1100" u="none" strike="noStrike">
                          <a:effectLst/>
                        </a:rPr>
                        <a:t>Shoes</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IN" sz="1100" u="none" strike="noStrike">
                          <a:effectLst/>
                        </a:rPr>
                        <a:t>1700</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IN" sz="1100" u="none" strike="noStrike">
                          <a:effectLst/>
                        </a:rPr>
                        <a:t>1000</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IN" sz="1100" u="none" strike="noStrike">
                          <a:effectLst/>
                        </a:rPr>
                        <a:t>2700</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83919283"/>
                  </a:ext>
                </a:extLst>
              </a:tr>
              <a:tr h="196154">
                <a:tc>
                  <a:txBody>
                    <a:bodyPr/>
                    <a:lstStyle/>
                    <a:p>
                      <a:pPr algn="l" fontAlgn="b">
                        <a:buNone/>
                      </a:pPr>
                      <a:r>
                        <a:rPr lang="en-IN" sz="1100" u="none" strike="noStrike">
                          <a:effectLst/>
                        </a:rPr>
                        <a:t>Tshirt and Jeans</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IN" sz="1100" u="none" strike="noStrike">
                          <a:effectLst/>
                        </a:rPr>
                        <a:t>2500</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r" fontAlgn="b">
                        <a:buNone/>
                      </a:pPr>
                      <a:r>
                        <a:rPr lang="en-IN" sz="1100" u="none" strike="noStrike">
                          <a:effectLst/>
                        </a:rPr>
                        <a:t>2500</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251437111"/>
                  </a:ext>
                </a:extLst>
              </a:tr>
              <a:tr h="196154">
                <a:tc>
                  <a:txBody>
                    <a:bodyPr/>
                    <a:lstStyle/>
                    <a:p>
                      <a:pPr algn="l" fontAlgn="b">
                        <a:buNone/>
                      </a:pPr>
                      <a:r>
                        <a:rPr lang="en-IN" sz="1100" u="none" strike="noStrike" dirty="0">
                          <a:effectLst/>
                        </a:rPr>
                        <a:t>Grand Total</a:t>
                      </a:r>
                      <a:endParaRPr lang="en-IN" sz="1100" b="1" i="0" u="none" strike="noStrike" dirty="0">
                        <a:solidFill>
                          <a:srgbClr val="000000"/>
                        </a:solidFill>
                        <a:effectLst/>
                        <a:latin typeface="Calibri" panose="020F0502020204030204" pitchFamily="34" charset="0"/>
                      </a:endParaRPr>
                    </a:p>
                  </a:txBody>
                  <a:tcPr marL="7620" marR="7620" marT="7620" marB="0" anchor="b">
                    <a:solidFill>
                      <a:schemeClr val="accent5">
                        <a:lumMod val="40000"/>
                        <a:lumOff val="60000"/>
                      </a:schemeClr>
                    </a:solidFill>
                  </a:tcPr>
                </a:tc>
                <a:tc>
                  <a:txBody>
                    <a:bodyPr/>
                    <a:lstStyle/>
                    <a:p>
                      <a:pPr algn="r" fontAlgn="b">
                        <a:buNone/>
                      </a:pPr>
                      <a:r>
                        <a:rPr lang="en-IN" sz="1100" u="none" strike="noStrike" dirty="0">
                          <a:effectLst/>
                        </a:rPr>
                        <a:t>4150</a:t>
                      </a:r>
                      <a:endParaRPr lang="en-IN" sz="1100" b="1" i="0" u="none" strike="noStrike" dirty="0">
                        <a:solidFill>
                          <a:srgbClr val="000000"/>
                        </a:solidFill>
                        <a:effectLst/>
                        <a:latin typeface="Calibri" panose="020F0502020204030204" pitchFamily="34" charset="0"/>
                      </a:endParaRPr>
                    </a:p>
                  </a:txBody>
                  <a:tcPr marL="7620" marR="7620" marT="7620" marB="0" anchor="b">
                    <a:solidFill>
                      <a:schemeClr val="accent5">
                        <a:lumMod val="40000"/>
                        <a:lumOff val="60000"/>
                      </a:schemeClr>
                    </a:solidFill>
                  </a:tcPr>
                </a:tc>
                <a:tc>
                  <a:txBody>
                    <a:bodyPr/>
                    <a:lstStyle/>
                    <a:p>
                      <a:pPr algn="r" fontAlgn="b">
                        <a:buNone/>
                      </a:pPr>
                      <a:r>
                        <a:rPr lang="en-IN" sz="1100" u="none" strike="noStrike" dirty="0">
                          <a:effectLst/>
                        </a:rPr>
                        <a:t>7500</a:t>
                      </a:r>
                      <a:endParaRPr lang="en-IN" sz="1100" b="1" i="0" u="none" strike="noStrike" dirty="0">
                        <a:solidFill>
                          <a:srgbClr val="000000"/>
                        </a:solidFill>
                        <a:effectLst/>
                        <a:latin typeface="Calibri" panose="020F0502020204030204" pitchFamily="34" charset="0"/>
                      </a:endParaRPr>
                    </a:p>
                  </a:txBody>
                  <a:tcPr marL="7620" marR="7620" marT="7620" marB="0" anchor="b">
                    <a:solidFill>
                      <a:schemeClr val="accent5">
                        <a:lumMod val="40000"/>
                        <a:lumOff val="60000"/>
                      </a:schemeClr>
                    </a:solidFill>
                  </a:tcPr>
                </a:tc>
                <a:tc>
                  <a:txBody>
                    <a:bodyPr/>
                    <a:lstStyle/>
                    <a:p>
                      <a:pPr algn="r" fontAlgn="b">
                        <a:buNone/>
                      </a:pPr>
                      <a:r>
                        <a:rPr lang="en-IN" sz="1100" u="none" strike="noStrike" dirty="0">
                          <a:effectLst/>
                        </a:rPr>
                        <a:t>3000</a:t>
                      </a:r>
                      <a:endParaRPr lang="en-IN" sz="1100" b="1" i="0" u="none" strike="noStrike" dirty="0">
                        <a:solidFill>
                          <a:srgbClr val="000000"/>
                        </a:solidFill>
                        <a:effectLst/>
                        <a:latin typeface="Calibri" panose="020F0502020204030204" pitchFamily="34" charset="0"/>
                      </a:endParaRPr>
                    </a:p>
                  </a:txBody>
                  <a:tcPr marL="7620" marR="7620" marT="7620" marB="0" anchor="b">
                    <a:solidFill>
                      <a:schemeClr val="accent5">
                        <a:lumMod val="40000"/>
                        <a:lumOff val="60000"/>
                      </a:schemeClr>
                    </a:solidFill>
                  </a:tcPr>
                </a:tc>
                <a:tc>
                  <a:txBody>
                    <a:bodyPr/>
                    <a:lstStyle/>
                    <a:p>
                      <a:pPr algn="r" fontAlgn="b">
                        <a:buNone/>
                      </a:pPr>
                      <a:r>
                        <a:rPr lang="en-IN" sz="1100" u="none" strike="noStrike" dirty="0">
                          <a:effectLst/>
                        </a:rPr>
                        <a:t>2640</a:t>
                      </a:r>
                      <a:endParaRPr lang="en-IN" sz="1100" b="1" i="0" u="none" strike="noStrike" dirty="0">
                        <a:solidFill>
                          <a:srgbClr val="000000"/>
                        </a:solidFill>
                        <a:effectLst/>
                        <a:latin typeface="Calibri" panose="020F0502020204030204" pitchFamily="34" charset="0"/>
                      </a:endParaRPr>
                    </a:p>
                  </a:txBody>
                  <a:tcPr marL="7620" marR="7620" marT="7620" marB="0" anchor="b">
                    <a:solidFill>
                      <a:schemeClr val="accent5">
                        <a:lumMod val="40000"/>
                        <a:lumOff val="60000"/>
                      </a:schemeClr>
                    </a:solidFill>
                  </a:tcPr>
                </a:tc>
                <a:tc>
                  <a:txBody>
                    <a:bodyPr/>
                    <a:lstStyle/>
                    <a:p>
                      <a:pPr algn="r" fontAlgn="b">
                        <a:buNone/>
                      </a:pPr>
                      <a:r>
                        <a:rPr lang="en-IN" sz="1100" u="none" strike="noStrike" dirty="0">
                          <a:effectLst/>
                        </a:rPr>
                        <a:t>3000</a:t>
                      </a:r>
                      <a:endParaRPr lang="en-IN" sz="1100" b="1" i="0" u="none" strike="noStrike" dirty="0">
                        <a:solidFill>
                          <a:srgbClr val="000000"/>
                        </a:solidFill>
                        <a:effectLst/>
                        <a:latin typeface="Calibri" panose="020F0502020204030204" pitchFamily="34" charset="0"/>
                      </a:endParaRPr>
                    </a:p>
                  </a:txBody>
                  <a:tcPr marL="7620" marR="7620" marT="7620" marB="0" anchor="b">
                    <a:solidFill>
                      <a:schemeClr val="accent5">
                        <a:lumMod val="40000"/>
                        <a:lumOff val="60000"/>
                      </a:schemeClr>
                    </a:solidFill>
                  </a:tcPr>
                </a:tc>
                <a:tc>
                  <a:txBody>
                    <a:bodyPr/>
                    <a:lstStyle/>
                    <a:p>
                      <a:pPr algn="r" fontAlgn="b">
                        <a:buNone/>
                      </a:pPr>
                      <a:r>
                        <a:rPr lang="en-IN" sz="1100" u="none" strike="noStrike" dirty="0">
                          <a:effectLst/>
                        </a:rPr>
                        <a:t>5350</a:t>
                      </a:r>
                      <a:endParaRPr lang="en-IN" sz="1100" b="1" i="0" u="none" strike="noStrike" dirty="0">
                        <a:solidFill>
                          <a:srgbClr val="000000"/>
                        </a:solidFill>
                        <a:effectLst/>
                        <a:latin typeface="Calibri" panose="020F0502020204030204" pitchFamily="34" charset="0"/>
                      </a:endParaRPr>
                    </a:p>
                  </a:txBody>
                  <a:tcPr marL="7620" marR="7620" marT="7620" marB="0" anchor="b">
                    <a:solidFill>
                      <a:schemeClr val="accent5">
                        <a:lumMod val="40000"/>
                        <a:lumOff val="60000"/>
                      </a:schemeClr>
                    </a:solidFill>
                  </a:tcPr>
                </a:tc>
                <a:tc>
                  <a:txBody>
                    <a:bodyPr/>
                    <a:lstStyle/>
                    <a:p>
                      <a:pPr algn="r" fontAlgn="b">
                        <a:buNone/>
                      </a:pPr>
                      <a:r>
                        <a:rPr lang="en-IN" sz="1100" u="none" strike="noStrike" dirty="0">
                          <a:effectLst/>
                        </a:rPr>
                        <a:t>25640</a:t>
                      </a:r>
                      <a:endParaRPr lang="en-IN" sz="1100" b="1" i="0" u="none" strike="noStrike" dirty="0">
                        <a:solidFill>
                          <a:srgbClr val="000000"/>
                        </a:solidFill>
                        <a:effectLst/>
                        <a:latin typeface="Calibri" panose="020F0502020204030204" pitchFamily="34" charset="0"/>
                      </a:endParaRPr>
                    </a:p>
                  </a:txBody>
                  <a:tcPr marL="7620" marR="7620" marT="7620" marB="0" anchor="b">
                    <a:solidFill>
                      <a:schemeClr val="accent5">
                        <a:lumMod val="40000"/>
                        <a:lumOff val="60000"/>
                      </a:schemeClr>
                    </a:solidFill>
                  </a:tcPr>
                </a:tc>
                <a:extLst>
                  <a:ext uri="{0D108BD9-81ED-4DB2-BD59-A6C34878D82A}">
                    <a16:rowId xmlns:a16="http://schemas.microsoft.com/office/drawing/2014/main" val="2766713462"/>
                  </a:ext>
                </a:extLst>
              </a:tr>
            </a:tbl>
          </a:graphicData>
        </a:graphic>
      </p:graphicFrame>
    </p:spTree>
    <p:custDataLst>
      <p:tags r:id="rId1"/>
    </p:custDataLst>
    <p:extLst>
      <p:ext uri="{BB962C8B-B14F-4D97-AF65-F5344CB8AC3E}">
        <p14:creationId xmlns:p14="http://schemas.microsoft.com/office/powerpoint/2010/main" val="2469062788"/>
      </p:ext>
    </p:extLst>
  </p:cSld>
  <p:clrMapOvr>
    <a:masterClrMapping/>
  </p:clrMapOvr>
  <mc:AlternateContent xmlns:mc="http://schemas.openxmlformats.org/markup-compatibility/2006" xmlns:p14="http://schemas.microsoft.com/office/powerpoint/2010/main">
    <mc:Choice Requires="p14">
      <p:transition spd="slow" p14:dur="2000" advTm="61791"/>
    </mc:Choice>
    <mc:Fallback xmlns="">
      <p:transition spd="slow" advTm="6179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A81D1-F1C6-89BC-E9D2-A05B7124B6BB}"/>
              </a:ext>
            </a:extLst>
          </p:cNvPr>
          <p:cNvSpPr>
            <a:spLocks noGrp="1"/>
          </p:cNvSpPr>
          <p:nvPr>
            <p:ph type="title"/>
          </p:nvPr>
        </p:nvSpPr>
        <p:spPr/>
        <p:txBody>
          <a:bodyPr/>
          <a:lstStyle/>
          <a:p>
            <a:r>
              <a:rPr lang="en-IN" dirty="0">
                <a:solidFill>
                  <a:schemeClr val="accent1"/>
                </a:solidFill>
              </a:rPr>
              <a:t>Part 2- Problem 5</a:t>
            </a:r>
          </a:p>
        </p:txBody>
      </p:sp>
      <p:sp>
        <p:nvSpPr>
          <p:cNvPr id="3" name="Content Placeholder 2">
            <a:extLst>
              <a:ext uri="{FF2B5EF4-FFF2-40B4-BE49-F238E27FC236}">
                <a16:creationId xmlns:a16="http://schemas.microsoft.com/office/drawing/2014/main" id="{A104994B-00B9-8703-9B70-E950D9E195AB}"/>
              </a:ext>
            </a:extLst>
          </p:cNvPr>
          <p:cNvSpPr>
            <a:spLocks noGrp="1"/>
          </p:cNvSpPr>
          <p:nvPr>
            <p:ph idx="1"/>
          </p:nvPr>
        </p:nvSpPr>
        <p:spPr/>
        <p:txBody>
          <a:bodyPr>
            <a:normAutofit/>
          </a:bodyPr>
          <a:lstStyle/>
          <a:p>
            <a:r>
              <a:rPr lang="en-IN" sz="1200" dirty="0">
                <a:solidFill>
                  <a:schemeClr val="tx1"/>
                </a:solidFill>
              </a:rPr>
              <a:t>Decide on the essential and less essential items and analyse the expenses. Recommend how can Nitin increase his savings</a:t>
            </a:r>
            <a:r>
              <a:rPr lang="en-IN" sz="1200" b="1" dirty="0">
                <a:solidFill>
                  <a:srgbClr val="0070C0"/>
                </a:solidFill>
              </a:rPr>
              <a:t>.</a:t>
            </a:r>
          </a:p>
          <a:p>
            <a:pPr marL="0" indent="0">
              <a:buNone/>
            </a:pPr>
            <a:r>
              <a:rPr lang="en-US" sz="1300" b="1" dirty="0"/>
              <a:t>✅ Essential Expenses</a:t>
            </a:r>
          </a:p>
          <a:p>
            <a:r>
              <a:rPr lang="en-US" sz="1300" dirty="0"/>
              <a:t>These expenses are necessary for Nitin’s daily living and work. They cannot be completely avoided.</a:t>
            </a:r>
          </a:p>
          <a:p>
            <a:r>
              <a:rPr lang="en-US" sz="1300" dirty="0"/>
              <a:t>House Rent / PG</a:t>
            </a:r>
          </a:p>
          <a:p>
            <a:r>
              <a:rPr lang="en-US" sz="1300" dirty="0"/>
              <a:t>Groceries</a:t>
            </a:r>
          </a:p>
          <a:p>
            <a:r>
              <a:rPr lang="en-US" sz="1300" dirty="0"/>
              <a:t>Electricity &amp; Water Bills</a:t>
            </a:r>
          </a:p>
          <a:p>
            <a:r>
              <a:rPr lang="en-US" sz="1300" dirty="0"/>
              <a:t>Mobile Recharge &amp; Internet</a:t>
            </a:r>
          </a:p>
          <a:p>
            <a:r>
              <a:rPr lang="en-US" sz="1300" dirty="0"/>
              <a:t>Office Travel / Transport</a:t>
            </a:r>
          </a:p>
          <a:p>
            <a:r>
              <a:rPr lang="en-US" sz="1300" dirty="0"/>
              <a:t>Basic Medical expenses</a:t>
            </a:r>
          </a:p>
          <a:p>
            <a:endParaRPr lang="en-IN" dirty="0"/>
          </a:p>
        </p:txBody>
      </p:sp>
    </p:spTree>
    <p:custDataLst>
      <p:tags r:id="rId1"/>
    </p:custDataLst>
    <p:extLst>
      <p:ext uri="{BB962C8B-B14F-4D97-AF65-F5344CB8AC3E}">
        <p14:creationId xmlns:p14="http://schemas.microsoft.com/office/powerpoint/2010/main" val="4211434630"/>
      </p:ext>
    </p:extLst>
  </p:cSld>
  <p:clrMapOvr>
    <a:masterClrMapping/>
  </p:clrMapOvr>
  <mc:AlternateContent xmlns:mc="http://schemas.openxmlformats.org/markup-compatibility/2006" xmlns:p14="http://schemas.microsoft.com/office/powerpoint/2010/main">
    <mc:Choice Requires="p14">
      <p:transition spd="slow" p14:dur="2000" advTm="40223"/>
    </mc:Choice>
    <mc:Fallback xmlns="">
      <p:transition spd="slow" advTm="4022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C0C40-0A41-D9A0-E826-8FAADED6D51B}"/>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F5EBC6DD-DE49-DEDD-2420-4B2C415E2E38}"/>
              </a:ext>
            </a:extLst>
          </p:cNvPr>
          <p:cNvSpPr>
            <a:spLocks noGrp="1"/>
          </p:cNvSpPr>
          <p:nvPr>
            <p:ph idx="1"/>
          </p:nvPr>
        </p:nvSpPr>
        <p:spPr/>
        <p:txBody>
          <a:bodyPr/>
          <a:lstStyle/>
          <a:p>
            <a:r>
              <a:rPr lang="en-US" b="1" dirty="0"/>
              <a:t>Expense Analysis</a:t>
            </a:r>
          </a:p>
          <a:p>
            <a:r>
              <a:rPr lang="en-US" dirty="0"/>
              <a:t>The </a:t>
            </a:r>
            <a:r>
              <a:rPr lang="en-US" b="1" dirty="0"/>
              <a:t>highest amount of money</a:t>
            </a:r>
            <a:r>
              <a:rPr lang="en-US" dirty="0"/>
              <a:t> is spent on:</a:t>
            </a:r>
          </a:p>
          <a:p>
            <a:pPr lvl="1"/>
            <a:r>
              <a:rPr lang="en-US" dirty="0"/>
              <a:t>Food (especially online orders &amp; dining out)</a:t>
            </a:r>
          </a:p>
          <a:p>
            <a:pPr lvl="1"/>
            <a:r>
              <a:rPr lang="en-US" dirty="0"/>
              <a:t>Entertainment and Shopping</a:t>
            </a:r>
          </a:p>
          <a:p>
            <a:r>
              <a:rPr lang="en-US" dirty="0"/>
              <a:t>Nitin orders food online </a:t>
            </a:r>
            <a:r>
              <a:rPr lang="en-US" b="1" dirty="0"/>
              <a:t>multiple times</a:t>
            </a:r>
            <a:r>
              <a:rPr lang="en-US" dirty="0"/>
              <a:t>, which increases monthly expenses.</a:t>
            </a:r>
          </a:p>
          <a:p>
            <a:r>
              <a:rPr lang="en-US" dirty="0"/>
              <a:t>Spending on movies and outings is frequent.</a:t>
            </a:r>
          </a:p>
          <a:p>
            <a:r>
              <a:rPr lang="en-US" dirty="0"/>
              <a:t>Because of high spending on non-essential items, </a:t>
            </a:r>
            <a:r>
              <a:rPr lang="en-US" b="1" dirty="0"/>
              <a:t>Nitin is unable to save any money</a:t>
            </a:r>
            <a:r>
              <a:rPr lang="en-US" dirty="0"/>
              <a:t> from his ₹15,000 monthly income.</a:t>
            </a:r>
          </a:p>
          <a:p>
            <a:endParaRPr lang="en-IN" dirty="0"/>
          </a:p>
        </p:txBody>
      </p:sp>
    </p:spTree>
    <p:extLst>
      <p:ext uri="{BB962C8B-B14F-4D97-AF65-F5344CB8AC3E}">
        <p14:creationId xmlns:p14="http://schemas.microsoft.com/office/powerpoint/2010/main" val="3585463201"/>
      </p:ext>
    </p:extLst>
  </p:cSld>
  <p:clrMapOvr>
    <a:masterClrMapping/>
  </p:clrMapOvr>
  <mc:AlternateContent xmlns:mc="http://schemas.openxmlformats.org/markup-compatibility/2006" xmlns:p14="http://schemas.microsoft.com/office/powerpoint/2010/main">
    <mc:Choice Requires="p14">
      <p:transition spd="slow" p14:dur="2000" advTm="32004"/>
    </mc:Choice>
    <mc:Fallback xmlns="">
      <p:transition spd="slow" advTm="32004"/>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6E8D949-88CB-2B25-A029-82C25E994358}"/>
              </a:ext>
            </a:extLst>
          </p:cNvPr>
          <p:cNvSpPr txBox="1"/>
          <p:nvPr/>
        </p:nvSpPr>
        <p:spPr>
          <a:xfrm>
            <a:off x="816077" y="2453428"/>
            <a:ext cx="9144000" cy="2585323"/>
          </a:xfrm>
          <a:prstGeom prst="rect">
            <a:avLst/>
          </a:prstGeom>
          <a:noFill/>
        </p:spPr>
        <p:txBody>
          <a:bodyPr wrap="square">
            <a:spAutoFit/>
          </a:bodyPr>
          <a:lstStyle/>
          <a:p>
            <a:pPr>
              <a:buNone/>
            </a:pPr>
            <a:r>
              <a:rPr lang="en-US" b="1" dirty="0"/>
              <a:t>❌ Less Essential Expenses</a:t>
            </a:r>
          </a:p>
          <a:p>
            <a:pPr>
              <a:buNone/>
            </a:pPr>
            <a:r>
              <a:rPr lang="en-US" dirty="0"/>
              <a:t>These expenses are related to lifestyle and comfort. They can be </a:t>
            </a:r>
            <a:r>
              <a:rPr lang="en-US" b="1" dirty="0"/>
              <a:t>reduced or controlled</a:t>
            </a:r>
            <a:r>
              <a:rPr lang="en-US" dirty="0"/>
              <a:t>.</a:t>
            </a:r>
          </a:p>
          <a:p>
            <a:pPr>
              <a:buFont typeface="Arial" panose="020B0604020202020204" pitchFamily="34" charset="0"/>
              <a:buChar char="•"/>
            </a:pPr>
            <a:r>
              <a:rPr lang="en-US" dirty="0"/>
              <a:t>Online food orders</a:t>
            </a:r>
          </a:p>
          <a:p>
            <a:pPr>
              <a:buFont typeface="Arial" panose="020B0604020202020204" pitchFamily="34" charset="0"/>
              <a:buChar char="•"/>
            </a:pPr>
            <a:r>
              <a:rPr lang="en-US" dirty="0"/>
              <a:t>Dining out</a:t>
            </a:r>
          </a:p>
          <a:p>
            <a:pPr>
              <a:buFont typeface="Arial" panose="020B0604020202020204" pitchFamily="34" charset="0"/>
              <a:buChar char="•"/>
            </a:pPr>
            <a:r>
              <a:rPr lang="en-US" dirty="0"/>
              <a:t>Movies</a:t>
            </a:r>
          </a:p>
          <a:p>
            <a:pPr>
              <a:buFont typeface="Arial" panose="020B0604020202020204" pitchFamily="34" charset="0"/>
              <a:buChar char="•"/>
            </a:pPr>
            <a:r>
              <a:rPr lang="en-US" dirty="0"/>
              <a:t>Entertainment subscriptions</a:t>
            </a:r>
          </a:p>
          <a:p>
            <a:pPr>
              <a:buFont typeface="Arial" panose="020B0604020202020204" pitchFamily="34" charset="0"/>
              <a:buChar char="•"/>
            </a:pPr>
            <a:r>
              <a:rPr lang="en-US" dirty="0"/>
              <a:t>Shopping (clothes, accessories)</a:t>
            </a:r>
          </a:p>
          <a:p>
            <a:pPr>
              <a:buFont typeface="Arial" panose="020B0604020202020204" pitchFamily="34" charset="0"/>
              <a:buChar char="•"/>
            </a:pPr>
            <a:r>
              <a:rPr lang="en-US" dirty="0"/>
              <a:t>Extra outings with friends</a:t>
            </a:r>
          </a:p>
        </p:txBody>
      </p:sp>
      <p:sp>
        <p:nvSpPr>
          <p:cNvPr id="5" name="TextBox 4">
            <a:extLst>
              <a:ext uri="{FF2B5EF4-FFF2-40B4-BE49-F238E27FC236}">
                <a16:creationId xmlns:a16="http://schemas.microsoft.com/office/drawing/2014/main" id="{0D9238BE-2C0A-F77D-5B53-D3CD867D7ECE}"/>
              </a:ext>
            </a:extLst>
          </p:cNvPr>
          <p:cNvSpPr txBox="1"/>
          <p:nvPr/>
        </p:nvSpPr>
        <p:spPr>
          <a:xfrm>
            <a:off x="816077" y="5038751"/>
            <a:ext cx="6096000" cy="646331"/>
          </a:xfrm>
          <a:prstGeom prst="rect">
            <a:avLst/>
          </a:prstGeom>
          <a:noFill/>
        </p:spPr>
        <p:txBody>
          <a:bodyPr wrap="square">
            <a:spAutoFit/>
          </a:bodyPr>
          <a:lstStyle/>
          <a:p>
            <a:r>
              <a:rPr lang="en-US" dirty="0"/>
              <a:t>By cutting down unnecessary expenses, Nitin can save money to buy scooter.</a:t>
            </a:r>
            <a:endParaRPr lang="en-IN" dirty="0"/>
          </a:p>
        </p:txBody>
      </p:sp>
    </p:spTree>
    <p:extLst>
      <p:ext uri="{BB962C8B-B14F-4D97-AF65-F5344CB8AC3E}">
        <p14:creationId xmlns:p14="http://schemas.microsoft.com/office/powerpoint/2010/main" val="2568232066"/>
      </p:ext>
    </p:extLst>
  </p:cSld>
  <p:clrMapOvr>
    <a:masterClrMapping/>
  </p:clrMapOvr>
  <mc:AlternateContent xmlns:mc="http://schemas.openxmlformats.org/markup-compatibility/2006" xmlns:p14="http://schemas.microsoft.com/office/powerpoint/2010/main">
    <mc:Choice Requires="p14">
      <p:transition spd="slow" p14:dur="2000" advTm="32902"/>
    </mc:Choice>
    <mc:Fallback xmlns="">
      <p:transition spd="slow" advTm="32902"/>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F2EE217-D5E7-95C1-C62C-416FC8D78DD2}"/>
              </a:ext>
            </a:extLst>
          </p:cNvPr>
          <p:cNvSpPr txBox="1"/>
          <p:nvPr/>
        </p:nvSpPr>
        <p:spPr>
          <a:xfrm>
            <a:off x="816077" y="2682961"/>
            <a:ext cx="10717162" cy="1200329"/>
          </a:xfrm>
          <a:prstGeom prst="rect">
            <a:avLst/>
          </a:prstGeom>
          <a:noFill/>
        </p:spPr>
        <p:txBody>
          <a:bodyPr wrap="square">
            <a:spAutoFit/>
          </a:bodyPr>
          <a:lstStyle/>
          <a:p>
            <a:pPr>
              <a:buNone/>
            </a:pPr>
            <a:r>
              <a:rPr lang="en-US" b="1" dirty="0"/>
              <a:t>Conclusion</a:t>
            </a:r>
          </a:p>
          <a:p>
            <a:pPr>
              <a:buNone/>
            </a:pPr>
            <a:r>
              <a:rPr lang="en-US" dirty="0"/>
              <a:t>By identifying </a:t>
            </a:r>
            <a:r>
              <a:rPr lang="en-US" b="1" dirty="0"/>
              <a:t>essential and less essential expenses</a:t>
            </a:r>
            <a:r>
              <a:rPr lang="en-US" dirty="0"/>
              <a:t> and reducing lifestyle spending, Nitin can effectively increase his savings and achieve his goal of buying a scooter without increasing his income.</a:t>
            </a:r>
          </a:p>
        </p:txBody>
      </p:sp>
    </p:spTree>
    <p:extLst>
      <p:ext uri="{BB962C8B-B14F-4D97-AF65-F5344CB8AC3E}">
        <p14:creationId xmlns:p14="http://schemas.microsoft.com/office/powerpoint/2010/main" val="409907718"/>
      </p:ext>
    </p:extLst>
  </p:cSld>
  <p:clrMapOvr>
    <a:masterClrMapping/>
  </p:clrMapOvr>
  <mc:AlternateContent xmlns:mc="http://schemas.openxmlformats.org/markup-compatibility/2006" xmlns:p14="http://schemas.microsoft.com/office/powerpoint/2010/main">
    <mc:Choice Requires="p14">
      <p:transition spd="slow" p14:dur="2000" advTm="51610"/>
    </mc:Choice>
    <mc:Fallback xmlns="">
      <p:transition spd="slow" advTm="5161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B69C6-CFE6-B331-36FA-FBD249B9704D}"/>
              </a:ext>
            </a:extLst>
          </p:cNvPr>
          <p:cNvSpPr>
            <a:spLocks noGrp="1"/>
          </p:cNvSpPr>
          <p:nvPr>
            <p:ph type="title"/>
          </p:nvPr>
        </p:nvSpPr>
        <p:spPr/>
        <p:txBody>
          <a:bodyPr/>
          <a:lstStyle/>
          <a:p>
            <a:endParaRPr lang="en-IN"/>
          </a:p>
        </p:txBody>
      </p:sp>
      <p:sp>
        <p:nvSpPr>
          <p:cNvPr id="11" name="Content Placeholder 10">
            <a:extLst>
              <a:ext uri="{FF2B5EF4-FFF2-40B4-BE49-F238E27FC236}">
                <a16:creationId xmlns:a16="http://schemas.microsoft.com/office/drawing/2014/main" id="{8B87361F-7AF1-04BF-2DE3-6B7E6DB9DBD1}"/>
              </a:ext>
            </a:extLst>
          </p:cNvPr>
          <p:cNvSpPr>
            <a:spLocks noGrp="1"/>
          </p:cNvSpPr>
          <p:nvPr>
            <p:ph idx="1"/>
          </p:nvPr>
        </p:nvSpPr>
        <p:spPr/>
        <p:txBody>
          <a:bodyPr/>
          <a:lstStyle/>
          <a:p>
            <a:pPr marL="0" indent="0">
              <a:buNone/>
            </a:pPr>
            <a:r>
              <a:rPr lang="en-IN" dirty="0"/>
              <a:t>                                      </a:t>
            </a:r>
          </a:p>
          <a:p>
            <a:pPr marL="0" indent="0">
              <a:buNone/>
            </a:pPr>
            <a:endParaRPr lang="en-IN" dirty="0"/>
          </a:p>
          <a:p>
            <a:pPr marL="0" indent="0">
              <a:buNone/>
            </a:pPr>
            <a:endParaRPr lang="en-IN" dirty="0"/>
          </a:p>
          <a:p>
            <a:pPr marL="0" indent="0">
              <a:buNone/>
            </a:pPr>
            <a:r>
              <a:rPr lang="en-IN" dirty="0">
                <a:solidFill>
                  <a:srgbClr val="92D050"/>
                </a:solidFill>
                <a:latin typeface="Bell MT" panose="02020503060305020303" pitchFamily="18" charset="0"/>
              </a:rPr>
              <a:t>                                             </a:t>
            </a:r>
            <a:r>
              <a:rPr lang="en-IN" sz="4800" b="1" dirty="0">
                <a:solidFill>
                  <a:srgbClr val="92D050"/>
                </a:solidFill>
                <a:latin typeface="Bell MT" panose="02020503060305020303" pitchFamily="18" charset="0"/>
              </a:rPr>
              <a:t>THANK YOU</a:t>
            </a:r>
          </a:p>
        </p:txBody>
      </p:sp>
    </p:spTree>
    <p:custDataLst>
      <p:tags r:id="rId1"/>
    </p:custDataLst>
    <p:extLst>
      <p:ext uri="{BB962C8B-B14F-4D97-AF65-F5344CB8AC3E}">
        <p14:creationId xmlns:p14="http://schemas.microsoft.com/office/powerpoint/2010/main" val="607790421"/>
      </p:ext>
    </p:extLst>
  </p:cSld>
  <p:clrMapOvr>
    <a:masterClrMapping/>
  </p:clrMapOvr>
  <mc:AlternateContent xmlns:mc="http://schemas.openxmlformats.org/markup-compatibility/2006" xmlns:p14="http://schemas.microsoft.com/office/powerpoint/2010/main">
    <mc:Choice Requires="p14">
      <p:transition spd="slow" p14:dur="2000" advTm="14537"/>
    </mc:Choice>
    <mc:Fallback xmlns="">
      <p:transition spd="slow" advTm="1453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1">
                                            <p:txEl>
                                              <p:pRg st="3" end="3"/>
                                            </p:txEl>
                                          </p:spTgt>
                                        </p:tgtEl>
                                        <p:attrNameLst>
                                          <p:attrName>style.visibility</p:attrName>
                                        </p:attrNameLst>
                                      </p:cBhvr>
                                      <p:to>
                                        <p:strVal val="visible"/>
                                      </p:to>
                                    </p:set>
                                    <p:animEffect transition="in" filter="barn(inVertical)">
                                      <p:cBhvr>
                                        <p:cTn id="7" dur="500"/>
                                        <p:tgtEl>
                                          <p:spTgt spid="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1.9|2.5|2|2.2"/>
</p:tagLst>
</file>

<file path=ppt/tags/tag2.xml><?xml version="1.0" encoding="utf-8"?>
<p:tagLst xmlns:a="http://schemas.openxmlformats.org/drawingml/2006/main" xmlns:r="http://schemas.openxmlformats.org/officeDocument/2006/relationships" xmlns:p="http://schemas.openxmlformats.org/presentationml/2006/main">
  <p:tag name="TIMING" val="|1.3"/>
</p:tagLst>
</file>

<file path=ppt/tags/tag3.xml><?xml version="1.0" encoding="utf-8"?>
<p:tagLst xmlns:a="http://schemas.openxmlformats.org/drawingml/2006/main" xmlns:r="http://schemas.openxmlformats.org/officeDocument/2006/relationships" xmlns:p="http://schemas.openxmlformats.org/presentationml/2006/main">
  <p:tag name="TIMING" val="|1.3"/>
</p:tagLst>
</file>

<file path=ppt/tags/tag4.xml><?xml version="1.0" encoding="utf-8"?>
<p:tagLst xmlns:a="http://schemas.openxmlformats.org/drawingml/2006/main" xmlns:r="http://schemas.openxmlformats.org/officeDocument/2006/relationships" xmlns:p="http://schemas.openxmlformats.org/presentationml/2006/main">
  <p:tag name="TIMING" val="|1"/>
</p:tagLst>
</file>

<file path=ppt/tags/tag5.xml><?xml version="1.0" encoding="utf-8"?>
<p:tagLst xmlns:a="http://schemas.openxmlformats.org/drawingml/2006/main" xmlns:r="http://schemas.openxmlformats.org/officeDocument/2006/relationships" xmlns:p="http://schemas.openxmlformats.org/presentationml/2006/main">
  <p:tag name="TIMING" val="|11.4"/>
</p:tagLst>
</file>

<file path=ppt/tags/tag6.xml><?xml version="1.0" encoding="utf-8"?>
<p:tagLst xmlns:a="http://schemas.openxmlformats.org/drawingml/2006/main" xmlns:r="http://schemas.openxmlformats.org/officeDocument/2006/relationships" xmlns:p="http://schemas.openxmlformats.org/presentationml/2006/main">
  <p:tag name="TIMING" val="|2.5"/>
</p:tagLst>
</file>

<file path=ppt/tags/tag7.xml><?xml version="1.0" encoding="utf-8"?>
<p:tagLst xmlns:a="http://schemas.openxmlformats.org/drawingml/2006/main" xmlns:r="http://schemas.openxmlformats.org/officeDocument/2006/relationships" xmlns:p="http://schemas.openxmlformats.org/presentationml/2006/main">
  <p:tag name="TIMING" val="|3.4"/>
</p:tagLst>
</file>

<file path=ppt/tags/tag8.xml><?xml version="1.0" encoding="utf-8"?>
<p:tagLst xmlns:a="http://schemas.openxmlformats.org/drawingml/2006/main" xmlns:r="http://schemas.openxmlformats.org/officeDocument/2006/relationships" xmlns:p="http://schemas.openxmlformats.org/presentationml/2006/main">
  <p:tag name="TIMING" val="|1.8"/>
</p:tagLst>
</file>

<file path=ppt/tags/tag9.xml><?xml version="1.0" encoding="utf-8"?>
<p:tagLst xmlns:a="http://schemas.openxmlformats.org/drawingml/2006/main" xmlns:r="http://schemas.openxmlformats.org/officeDocument/2006/relationships" xmlns:p="http://schemas.openxmlformats.org/presentationml/2006/main">
  <p:tag name="TIMING" val="|1.7"/>
</p:tagLst>
</file>

<file path=ppt/tags/tag10.xml><?xml version="1.0" encoding="utf-8"?>
<p:tagLst xmlns:a="http://schemas.openxmlformats.org/drawingml/2006/main" xmlns:r="http://schemas.openxmlformats.org/officeDocument/2006/relationships" xmlns:p="http://schemas.openxmlformats.org/presentationml/2006/main">
  <p:tag name="TIMING" val="|1.6"/>
</p:tagLst>
</file>

<file path=ppt/tags/tag11.xml><?xml version="1.0" encoding="utf-8"?>
<p:tagLst xmlns:a="http://schemas.openxmlformats.org/drawingml/2006/main" xmlns:r="http://schemas.openxmlformats.org/officeDocument/2006/relationships" xmlns:p="http://schemas.openxmlformats.org/presentationml/2006/main">
  <p:tag name="TIMING" val="|2"/>
</p:tagLst>
</file>

<file path=ppt/tags/tag12.xml><?xml version="1.0" encoding="utf-8"?>
<p:tagLst xmlns:a="http://schemas.openxmlformats.org/drawingml/2006/main" xmlns:r="http://schemas.openxmlformats.org/officeDocument/2006/relationships" xmlns:p="http://schemas.openxmlformats.org/presentationml/2006/main">
  <p:tag name="TIMING" val="|2.4"/>
</p:tagLst>
</file>

<file path=ppt/tags/tag13.xml><?xml version="1.0" encoding="utf-8"?>
<p:tagLst xmlns:a="http://schemas.openxmlformats.org/drawingml/2006/main" xmlns:r="http://schemas.openxmlformats.org/officeDocument/2006/relationships" xmlns:p="http://schemas.openxmlformats.org/presentationml/2006/main">
  <p:tag name="TIMING" val="|1.8"/>
</p:tagLst>
</file>

<file path=ppt/tags/tag14.xml><?xml version="1.0" encoding="utf-8"?>
<p:tagLst xmlns:a="http://schemas.openxmlformats.org/drawingml/2006/main" xmlns:r="http://schemas.openxmlformats.org/officeDocument/2006/relationships" xmlns:p="http://schemas.openxmlformats.org/presentationml/2006/main">
  <p:tag name="TIMING" val="|2.5"/>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Ion Boardroom</Template>
  <TotalTime>319</TotalTime>
  <Words>1210</Words>
  <Application>Microsoft Office PowerPoint</Application>
  <PresentationFormat>Widescreen</PresentationFormat>
  <Paragraphs>282</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Algerian</vt:lpstr>
      <vt:lpstr>Arial</vt:lpstr>
      <vt:lpstr>Bahnschrift SemiBold</vt:lpstr>
      <vt:lpstr>Bell MT</vt:lpstr>
      <vt:lpstr>Calibri</vt:lpstr>
      <vt:lpstr>Century Gothic</vt:lpstr>
      <vt:lpstr>Wingdings 3</vt:lpstr>
      <vt:lpstr>Ion Boardroom</vt:lpstr>
      <vt:lpstr>EXPENSE ANALYSIS TO IMPROVE SAVINGS </vt:lpstr>
      <vt:lpstr>Problem statement</vt:lpstr>
      <vt:lpstr>Objective of the Project</vt:lpstr>
      <vt:lpstr>Task Responsibilities</vt:lpstr>
      <vt:lpstr>Part 1- Problem 1</vt:lpstr>
      <vt:lpstr>Part 1- Problem 2</vt:lpstr>
      <vt:lpstr>Part 1- Problem 3</vt:lpstr>
      <vt:lpstr>Part 1- Problem 4</vt:lpstr>
      <vt:lpstr>Part 2- Problem 1</vt:lpstr>
      <vt:lpstr>Part 2- Problem 2</vt:lpstr>
      <vt:lpstr>Part 2- Problem 3</vt:lpstr>
      <vt:lpstr>Part 2- Problem 4</vt:lpstr>
      <vt:lpstr>Part 2- Problem 5</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Sindhu Thoram</dc:creator>
  <cp:lastModifiedBy>Sindhu Thoram</cp:lastModifiedBy>
  <cp:revision>4</cp:revision>
  <dcterms:created xsi:type="dcterms:W3CDTF">2025-12-19T12:50:22Z</dcterms:created>
  <dcterms:modified xsi:type="dcterms:W3CDTF">2025-12-22T09:08:04Z</dcterms:modified>
</cp:coreProperties>
</file>